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Props/app0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openxmlformats.org/package/2006/relationships/metadata/extended-properties" Target="docProps/app0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2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43" autoAdjust="0"/>
    <p:restoredTop sz="94694" autoAdjust="0"/>
  </p:normalViewPr>
  <p:slideViewPr>
    <p:cSldViewPr snapToGrid="0" snapToObjects="1">
      <p:cViewPr varScale="1">
        <p:scale>
          <a:sx n="93" d="100"/>
          <a:sy n="93" d="100"/>
        </p:scale>
        <p:origin x="54" y="837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diagrams/_rels/data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svg"/><Relationship Id="rId1" Type="http://schemas.openxmlformats.org/officeDocument/2006/relationships/image" Target="../media/image2.svg"/></Relationships>
</file>

<file path=ppt/diagrams/_rels/drawing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svg"/><Relationship Id="rId1" Type="http://schemas.openxmlformats.org/officeDocument/2006/relationships/image" Target="../media/image2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4EACF11D-C79C-4A1E-A6BC-68FDAC43D160}" type="doc">
      <dgm:prSet loTypeId="urn:microsoft.com/office/officeart/2005/8/layout/vList2" loCatId="list" qsTypeId="urn:microsoft.com/office/officeart/2005/8/quickstyle/simple1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550401AB-D4D0-48FD-90C1-FC9F0838D089}">
      <dgm:prSet/>
      <dgm:spPr/>
      <dgm:t>
        <a:bodyPr/>
        <a:lstStyle/>
        <a:p>
          <a:r>
            <a:rPr lang="en-US"/>
            <a:t>Project Overview</a:t>
          </a:r>
        </a:p>
      </dgm:t>
    </dgm:pt>
    <dgm:pt modelId="{C9570BDF-BF68-43C8-A9FD-345A91434E8E}" type="parTrans" cxnId="{8C68F923-88C4-418C-8D67-2ACF6AA8F855}">
      <dgm:prSet/>
      <dgm:spPr/>
      <dgm:t>
        <a:bodyPr/>
        <a:lstStyle/>
        <a:p>
          <a:endParaRPr lang="en-US"/>
        </a:p>
      </dgm:t>
    </dgm:pt>
    <dgm:pt modelId="{6AF3B7A4-CBB5-4418-8667-EB81335D534E}" type="sibTrans" cxnId="{8C68F923-88C4-418C-8D67-2ACF6AA8F855}">
      <dgm:prSet/>
      <dgm:spPr/>
      <dgm:t>
        <a:bodyPr/>
        <a:lstStyle/>
        <a:p>
          <a:endParaRPr lang="en-US"/>
        </a:p>
      </dgm:t>
    </dgm:pt>
    <dgm:pt modelId="{C5376352-24AE-47AC-A829-A01897B8F556}">
      <dgm:prSet/>
      <dgm:spPr/>
      <dgm:t>
        <a:bodyPr/>
        <a:lstStyle/>
        <a:p>
          <a:r>
            <a:rPr lang="en-US"/>
            <a:t>Database Structure</a:t>
          </a:r>
        </a:p>
      </dgm:t>
    </dgm:pt>
    <dgm:pt modelId="{0F9FB619-3597-4AF5-A91D-C4867F3380A9}" type="parTrans" cxnId="{CB271ED5-6103-4902-AA83-687A1B1F117B}">
      <dgm:prSet/>
      <dgm:spPr/>
      <dgm:t>
        <a:bodyPr/>
        <a:lstStyle/>
        <a:p>
          <a:endParaRPr lang="en-US"/>
        </a:p>
      </dgm:t>
    </dgm:pt>
    <dgm:pt modelId="{6F3AFD73-61CC-43CB-9C33-AB7BAD8FD17D}" type="sibTrans" cxnId="{CB271ED5-6103-4902-AA83-687A1B1F117B}">
      <dgm:prSet/>
      <dgm:spPr/>
      <dgm:t>
        <a:bodyPr/>
        <a:lstStyle/>
        <a:p>
          <a:endParaRPr lang="en-US"/>
        </a:p>
      </dgm:t>
    </dgm:pt>
    <dgm:pt modelId="{8983C453-299F-411C-9CA9-7ABCA6804854}">
      <dgm:prSet/>
      <dgm:spPr/>
      <dgm:t>
        <a:bodyPr/>
        <a:lstStyle/>
        <a:p>
          <a:r>
            <a:rPr lang="en-US"/>
            <a:t>Prep Tasks</a:t>
          </a:r>
        </a:p>
      </dgm:t>
    </dgm:pt>
    <dgm:pt modelId="{7924C90D-8372-45BE-9188-7907DBCAABFB}" type="parTrans" cxnId="{98B5B315-7FCF-42FC-A223-0443DC9300CC}">
      <dgm:prSet/>
      <dgm:spPr/>
      <dgm:t>
        <a:bodyPr/>
        <a:lstStyle/>
        <a:p>
          <a:endParaRPr lang="en-US"/>
        </a:p>
      </dgm:t>
    </dgm:pt>
    <dgm:pt modelId="{7DAB5016-5D3A-4055-BA02-1A7554AA48EF}" type="sibTrans" cxnId="{98B5B315-7FCF-42FC-A223-0443DC9300CC}">
      <dgm:prSet/>
      <dgm:spPr/>
      <dgm:t>
        <a:bodyPr/>
        <a:lstStyle/>
        <a:p>
          <a:endParaRPr lang="en-US"/>
        </a:p>
      </dgm:t>
    </dgm:pt>
    <dgm:pt modelId="{500E33AE-4701-4652-B8B5-CDA4D86ED2B8}">
      <dgm:prSet/>
      <dgm:spPr/>
      <dgm:t>
        <a:bodyPr/>
        <a:lstStyle/>
        <a:p>
          <a:r>
            <a:rPr lang="en-US"/>
            <a:t>Task 1: Increase All Customers’ Age by 1</a:t>
          </a:r>
        </a:p>
      </dgm:t>
    </dgm:pt>
    <dgm:pt modelId="{4B491BDD-820E-40F5-81A6-6D7DCC3F0F36}" type="parTrans" cxnId="{2370DEF7-4619-43E1-82B7-2C18DE910EE9}">
      <dgm:prSet/>
      <dgm:spPr/>
      <dgm:t>
        <a:bodyPr/>
        <a:lstStyle/>
        <a:p>
          <a:endParaRPr lang="en-US"/>
        </a:p>
      </dgm:t>
    </dgm:pt>
    <dgm:pt modelId="{794C508E-0F5D-4E62-8DA1-02929D245197}" type="sibTrans" cxnId="{2370DEF7-4619-43E1-82B7-2C18DE910EE9}">
      <dgm:prSet/>
      <dgm:spPr/>
      <dgm:t>
        <a:bodyPr/>
        <a:lstStyle/>
        <a:p>
          <a:endParaRPr lang="en-US"/>
        </a:p>
      </dgm:t>
    </dgm:pt>
    <dgm:pt modelId="{31E0ED02-E6D3-4D75-8218-5E65848DB773}">
      <dgm:prSet/>
      <dgm:spPr/>
      <dgm:t>
        <a:bodyPr/>
        <a:lstStyle/>
        <a:p>
          <a:r>
            <a:rPr lang="en-US"/>
            <a:t>Task 2: Reduce a Product’s Stock After Purchase</a:t>
          </a:r>
        </a:p>
      </dgm:t>
    </dgm:pt>
    <dgm:pt modelId="{FA1D29A8-FEF4-4110-9114-F58E432EC447}" type="parTrans" cxnId="{1C11C49B-2CCF-426A-AAA8-6AE98D4A7048}">
      <dgm:prSet/>
      <dgm:spPr/>
      <dgm:t>
        <a:bodyPr/>
        <a:lstStyle/>
        <a:p>
          <a:endParaRPr lang="en-US"/>
        </a:p>
      </dgm:t>
    </dgm:pt>
    <dgm:pt modelId="{96DD7D51-BDE1-47F9-A49A-C852EDB023C0}" type="sibTrans" cxnId="{1C11C49B-2CCF-426A-AAA8-6AE98D4A7048}">
      <dgm:prSet/>
      <dgm:spPr/>
      <dgm:t>
        <a:bodyPr/>
        <a:lstStyle/>
        <a:p>
          <a:endParaRPr lang="en-US"/>
        </a:p>
      </dgm:t>
    </dgm:pt>
    <dgm:pt modelId="{18F5DEA1-2C35-41EC-880B-AC8A1776981F}">
      <dgm:prSet/>
      <dgm:spPr/>
      <dgm:t>
        <a:bodyPr/>
        <a:lstStyle/>
        <a:p>
          <a:r>
            <a:rPr lang="en-US"/>
            <a:t>Task 3: Premium Customer Emails</a:t>
          </a:r>
        </a:p>
      </dgm:t>
    </dgm:pt>
    <dgm:pt modelId="{CF0518FE-119E-4EC5-8394-4B77ED05A826}" type="parTrans" cxnId="{76DB5130-C4CC-4F47-9AAB-59F1136459D5}">
      <dgm:prSet/>
      <dgm:spPr/>
      <dgm:t>
        <a:bodyPr/>
        <a:lstStyle/>
        <a:p>
          <a:endParaRPr lang="en-US"/>
        </a:p>
      </dgm:t>
    </dgm:pt>
    <dgm:pt modelId="{2B219B7B-03DF-4148-831F-65283862BB5E}" type="sibTrans" cxnId="{76DB5130-C4CC-4F47-9AAB-59F1136459D5}">
      <dgm:prSet/>
      <dgm:spPr/>
      <dgm:t>
        <a:bodyPr/>
        <a:lstStyle/>
        <a:p>
          <a:endParaRPr lang="en-US"/>
        </a:p>
      </dgm:t>
    </dgm:pt>
    <dgm:pt modelId="{ECF83509-C957-4C31-97F8-537A2DD186A8}">
      <dgm:prSet/>
      <dgm:spPr/>
      <dgm:t>
        <a:bodyPr/>
        <a:lstStyle/>
        <a:p>
          <a:r>
            <a:rPr lang="en-US"/>
            <a:t>Task 4: Refunded Orders in Last 30 Days</a:t>
          </a:r>
        </a:p>
      </dgm:t>
    </dgm:pt>
    <dgm:pt modelId="{15762A5A-4D91-481C-9835-45ACEBD8F422}" type="parTrans" cxnId="{08403FA1-9180-4BBA-8474-A7AEE39143BE}">
      <dgm:prSet/>
      <dgm:spPr/>
      <dgm:t>
        <a:bodyPr/>
        <a:lstStyle/>
        <a:p>
          <a:endParaRPr lang="en-US"/>
        </a:p>
      </dgm:t>
    </dgm:pt>
    <dgm:pt modelId="{41EB2FDF-F31E-4F4E-9F10-8E0FCD6E78F7}" type="sibTrans" cxnId="{08403FA1-9180-4BBA-8474-A7AEE39143BE}">
      <dgm:prSet/>
      <dgm:spPr/>
      <dgm:t>
        <a:bodyPr/>
        <a:lstStyle/>
        <a:p>
          <a:endParaRPr lang="en-US"/>
        </a:p>
      </dgm:t>
    </dgm:pt>
    <dgm:pt modelId="{6A4C8A5D-9EBD-4EDD-B72D-0B8C2E7B9CFD}">
      <dgm:prSet/>
      <dgm:spPr/>
      <dgm:t>
        <a:bodyPr/>
        <a:lstStyle/>
        <a:p>
          <a:r>
            <a:rPr lang="en-US"/>
            <a:t>Task 5: Count Orders by Payment Status</a:t>
          </a:r>
        </a:p>
      </dgm:t>
    </dgm:pt>
    <dgm:pt modelId="{204F162D-9F39-4AFF-A10F-E93013FE916F}" type="parTrans" cxnId="{71C48F80-796C-422B-A0DE-16AA56545BFB}">
      <dgm:prSet/>
      <dgm:spPr/>
      <dgm:t>
        <a:bodyPr/>
        <a:lstStyle/>
        <a:p>
          <a:endParaRPr lang="en-US"/>
        </a:p>
      </dgm:t>
    </dgm:pt>
    <dgm:pt modelId="{F7988275-A897-4816-8C73-A2B874DBA7FC}" type="sibTrans" cxnId="{71C48F80-796C-422B-A0DE-16AA56545BFB}">
      <dgm:prSet/>
      <dgm:spPr/>
      <dgm:t>
        <a:bodyPr/>
        <a:lstStyle/>
        <a:p>
          <a:endParaRPr lang="en-US"/>
        </a:p>
      </dgm:t>
    </dgm:pt>
    <dgm:pt modelId="{F949890A-2675-4760-AA91-21FAAC198309}" type="pres">
      <dgm:prSet presAssocID="{4EACF11D-C79C-4A1E-A6BC-68FDAC43D160}" presName="linear" presStyleCnt="0">
        <dgm:presLayoutVars>
          <dgm:animLvl val="lvl"/>
          <dgm:resizeHandles val="exact"/>
        </dgm:presLayoutVars>
      </dgm:prSet>
      <dgm:spPr/>
    </dgm:pt>
    <dgm:pt modelId="{E13786DF-C529-4DFB-9E5C-AF19967AD842}" type="pres">
      <dgm:prSet presAssocID="{550401AB-D4D0-48FD-90C1-FC9F0838D089}" presName="parentText" presStyleLbl="node1" presStyleIdx="0" presStyleCnt="8">
        <dgm:presLayoutVars>
          <dgm:chMax val="0"/>
          <dgm:bulletEnabled val="1"/>
        </dgm:presLayoutVars>
      </dgm:prSet>
      <dgm:spPr/>
    </dgm:pt>
    <dgm:pt modelId="{34FFB750-18C2-4B0A-AA00-C4E671250352}" type="pres">
      <dgm:prSet presAssocID="{6AF3B7A4-CBB5-4418-8667-EB81335D534E}" presName="spacer" presStyleCnt="0"/>
      <dgm:spPr/>
    </dgm:pt>
    <dgm:pt modelId="{FE8432FC-CAA3-4106-845A-65741B01A7FA}" type="pres">
      <dgm:prSet presAssocID="{C5376352-24AE-47AC-A829-A01897B8F556}" presName="parentText" presStyleLbl="node1" presStyleIdx="1" presStyleCnt="8">
        <dgm:presLayoutVars>
          <dgm:chMax val="0"/>
          <dgm:bulletEnabled val="1"/>
        </dgm:presLayoutVars>
      </dgm:prSet>
      <dgm:spPr/>
    </dgm:pt>
    <dgm:pt modelId="{7961907C-9BB1-4FF9-BB6E-676D80C6F358}" type="pres">
      <dgm:prSet presAssocID="{6F3AFD73-61CC-43CB-9C33-AB7BAD8FD17D}" presName="spacer" presStyleCnt="0"/>
      <dgm:spPr/>
    </dgm:pt>
    <dgm:pt modelId="{25746BB5-3155-4B0D-82EF-FAD1152278A7}" type="pres">
      <dgm:prSet presAssocID="{8983C453-299F-411C-9CA9-7ABCA6804854}" presName="parentText" presStyleLbl="node1" presStyleIdx="2" presStyleCnt="8">
        <dgm:presLayoutVars>
          <dgm:chMax val="0"/>
          <dgm:bulletEnabled val="1"/>
        </dgm:presLayoutVars>
      </dgm:prSet>
      <dgm:spPr/>
    </dgm:pt>
    <dgm:pt modelId="{47D0ADA1-4174-4ADB-B0E8-9AF1A8E6C4DE}" type="pres">
      <dgm:prSet presAssocID="{7DAB5016-5D3A-4055-BA02-1A7554AA48EF}" presName="spacer" presStyleCnt="0"/>
      <dgm:spPr/>
    </dgm:pt>
    <dgm:pt modelId="{0D8A274A-CB40-4506-BFFA-27F3DB6AFF27}" type="pres">
      <dgm:prSet presAssocID="{500E33AE-4701-4652-B8B5-CDA4D86ED2B8}" presName="parentText" presStyleLbl="node1" presStyleIdx="3" presStyleCnt="8">
        <dgm:presLayoutVars>
          <dgm:chMax val="0"/>
          <dgm:bulletEnabled val="1"/>
        </dgm:presLayoutVars>
      </dgm:prSet>
      <dgm:spPr/>
    </dgm:pt>
    <dgm:pt modelId="{40DF7D82-FA90-43D4-BFDF-1706475C4444}" type="pres">
      <dgm:prSet presAssocID="{794C508E-0F5D-4E62-8DA1-02929D245197}" presName="spacer" presStyleCnt="0"/>
      <dgm:spPr/>
    </dgm:pt>
    <dgm:pt modelId="{BC1733C1-26B9-4991-9BC9-2B39D3CF32B6}" type="pres">
      <dgm:prSet presAssocID="{31E0ED02-E6D3-4D75-8218-5E65848DB773}" presName="parentText" presStyleLbl="node1" presStyleIdx="4" presStyleCnt="8">
        <dgm:presLayoutVars>
          <dgm:chMax val="0"/>
          <dgm:bulletEnabled val="1"/>
        </dgm:presLayoutVars>
      </dgm:prSet>
      <dgm:spPr/>
    </dgm:pt>
    <dgm:pt modelId="{1484EA9C-EC60-4923-8C8F-D3F871169F8E}" type="pres">
      <dgm:prSet presAssocID="{96DD7D51-BDE1-47F9-A49A-C852EDB023C0}" presName="spacer" presStyleCnt="0"/>
      <dgm:spPr/>
    </dgm:pt>
    <dgm:pt modelId="{D4ACC9A5-721E-4880-9D45-C143D260BFB7}" type="pres">
      <dgm:prSet presAssocID="{18F5DEA1-2C35-41EC-880B-AC8A1776981F}" presName="parentText" presStyleLbl="node1" presStyleIdx="5" presStyleCnt="8">
        <dgm:presLayoutVars>
          <dgm:chMax val="0"/>
          <dgm:bulletEnabled val="1"/>
        </dgm:presLayoutVars>
      </dgm:prSet>
      <dgm:spPr/>
    </dgm:pt>
    <dgm:pt modelId="{93EBA700-6017-4D00-93BE-F4263EB25579}" type="pres">
      <dgm:prSet presAssocID="{2B219B7B-03DF-4148-831F-65283862BB5E}" presName="spacer" presStyleCnt="0"/>
      <dgm:spPr/>
    </dgm:pt>
    <dgm:pt modelId="{9A025C7C-C896-4D3D-9E42-ADC000DEAD6E}" type="pres">
      <dgm:prSet presAssocID="{ECF83509-C957-4C31-97F8-537A2DD186A8}" presName="parentText" presStyleLbl="node1" presStyleIdx="6" presStyleCnt="8">
        <dgm:presLayoutVars>
          <dgm:chMax val="0"/>
          <dgm:bulletEnabled val="1"/>
        </dgm:presLayoutVars>
      </dgm:prSet>
      <dgm:spPr/>
    </dgm:pt>
    <dgm:pt modelId="{7CCC4CD3-A6F6-47A2-8840-1F151995E767}" type="pres">
      <dgm:prSet presAssocID="{41EB2FDF-F31E-4F4E-9F10-8E0FCD6E78F7}" presName="spacer" presStyleCnt="0"/>
      <dgm:spPr/>
    </dgm:pt>
    <dgm:pt modelId="{0F88C10D-8E1C-4175-830D-AE2A9F43B91C}" type="pres">
      <dgm:prSet presAssocID="{6A4C8A5D-9EBD-4EDD-B72D-0B8C2E7B9CFD}" presName="parentText" presStyleLbl="node1" presStyleIdx="7" presStyleCnt="8">
        <dgm:presLayoutVars>
          <dgm:chMax val="0"/>
          <dgm:bulletEnabled val="1"/>
        </dgm:presLayoutVars>
      </dgm:prSet>
      <dgm:spPr/>
    </dgm:pt>
  </dgm:ptLst>
  <dgm:cxnLst>
    <dgm:cxn modelId="{98B5B315-7FCF-42FC-A223-0443DC9300CC}" srcId="{4EACF11D-C79C-4A1E-A6BC-68FDAC43D160}" destId="{8983C453-299F-411C-9CA9-7ABCA6804854}" srcOrd="2" destOrd="0" parTransId="{7924C90D-8372-45BE-9188-7907DBCAABFB}" sibTransId="{7DAB5016-5D3A-4055-BA02-1A7554AA48EF}"/>
    <dgm:cxn modelId="{D6142223-CCE0-4EF2-AE92-EB4F1F7CD979}" type="presOf" srcId="{18F5DEA1-2C35-41EC-880B-AC8A1776981F}" destId="{D4ACC9A5-721E-4880-9D45-C143D260BFB7}" srcOrd="0" destOrd="0" presId="urn:microsoft.com/office/officeart/2005/8/layout/vList2"/>
    <dgm:cxn modelId="{8C68F923-88C4-418C-8D67-2ACF6AA8F855}" srcId="{4EACF11D-C79C-4A1E-A6BC-68FDAC43D160}" destId="{550401AB-D4D0-48FD-90C1-FC9F0838D089}" srcOrd="0" destOrd="0" parTransId="{C9570BDF-BF68-43C8-A9FD-345A91434E8E}" sibTransId="{6AF3B7A4-CBB5-4418-8667-EB81335D534E}"/>
    <dgm:cxn modelId="{76DB5130-C4CC-4F47-9AAB-59F1136459D5}" srcId="{4EACF11D-C79C-4A1E-A6BC-68FDAC43D160}" destId="{18F5DEA1-2C35-41EC-880B-AC8A1776981F}" srcOrd="5" destOrd="0" parTransId="{CF0518FE-119E-4EC5-8394-4B77ED05A826}" sibTransId="{2B219B7B-03DF-4148-831F-65283862BB5E}"/>
    <dgm:cxn modelId="{5A955E41-63C5-4C95-B5C0-54ACEDED355B}" type="presOf" srcId="{8983C453-299F-411C-9CA9-7ABCA6804854}" destId="{25746BB5-3155-4B0D-82EF-FAD1152278A7}" srcOrd="0" destOrd="0" presId="urn:microsoft.com/office/officeart/2005/8/layout/vList2"/>
    <dgm:cxn modelId="{99B3BF42-CC47-4DEC-829A-4942C123C806}" type="presOf" srcId="{500E33AE-4701-4652-B8B5-CDA4D86ED2B8}" destId="{0D8A274A-CB40-4506-BFFA-27F3DB6AFF27}" srcOrd="0" destOrd="0" presId="urn:microsoft.com/office/officeart/2005/8/layout/vList2"/>
    <dgm:cxn modelId="{59B49F4A-30DF-47A6-9E00-D72AB4F7627A}" type="presOf" srcId="{ECF83509-C957-4C31-97F8-537A2DD186A8}" destId="{9A025C7C-C896-4D3D-9E42-ADC000DEAD6E}" srcOrd="0" destOrd="0" presId="urn:microsoft.com/office/officeart/2005/8/layout/vList2"/>
    <dgm:cxn modelId="{E6C43450-4A82-40C1-9ED1-68C4CD5A0923}" type="presOf" srcId="{31E0ED02-E6D3-4D75-8218-5E65848DB773}" destId="{BC1733C1-26B9-4991-9BC9-2B39D3CF32B6}" srcOrd="0" destOrd="0" presId="urn:microsoft.com/office/officeart/2005/8/layout/vList2"/>
    <dgm:cxn modelId="{71C48F80-796C-422B-A0DE-16AA56545BFB}" srcId="{4EACF11D-C79C-4A1E-A6BC-68FDAC43D160}" destId="{6A4C8A5D-9EBD-4EDD-B72D-0B8C2E7B9CFD}" srcOrd="7" destOrd="0" parTransId="{204F162D-9F39-4AFF-A10F-E93013FE916F}" sibTransId="{F7988275-A897-4816-8C73-A2B874DBA7FC}"/>
    <dgm:cxn modelId="{1C11C49B-2CCF-426A-AAA8-6AE98D4A7048}" srcId="{4EACF11D-C79C-4A1E-A6BC-68FDAC43D160}" destId="{31E0ED02-E6D3-4D75-8218-5E65848DB773}" srcOrd="4" destOrd="0" parTransId="{FA1D29A8-FEF4-4110-9114-F58E432EC447}" sibTransId="{96DD7D51-BDE1-47F9-A49A-C852EDB023C0}"/>
    <dgm:cxn modelId="{7DC3679C-02FD-4914-B41A-CF7E36D4B54D}" type="presOf" srcId="{4EACF11D-C79C-4A1E-A6BC-68FDAC43D160}" destId="{F949890A-2675-4760-AA91-21FAAC198309}" srcOrd="0" destOrd="0" presId="urn:microsoft.com/office/officeart/2005/8/layout/vList2"/>
    <dgm:cxn modelId="{A0E9789D-D80A-48D3-B541-8C1CA45CA027}" type="presOf" srcId="{C5376352-24AE-47AC-A829-A01897B8F556}" destId="{FE8432FC-CAA3-4106-845A-65741B01A7FA}" srcOrd="0" destOrd="0" presId="urn:microsoft.com/office/officeart/2005/8/layout/vList2"/>
    <dgm:cxn modelId="{08403FA1-9180-4BBA-8474-A7AEE39143BE}" srcId="{4EACF11D-C79C-4A1E-A6BC-68FDAC43D160}" destId="{ECF83509-C957-4C31-97F8-537A2DD186A8}" srcOrd="6" destOrd="0" parTransId="{15762A5A-4D91-481C-9835-45ACEBD8F422}" sibTransId="{41EB2FDF-F31E-4F4E-9F10-8E0FCD6E78F7}"/>
    <dgm:cxn modelId="{5A60EFAD-8259-46FC-9A40-BB9AF4E85623}" type="presOf" srcId="{6A4C8A5D-9EBD-4EDD-B72D-0B8C2E7B9CFD}" destId="{0F88C10D-8E1C-4175-830D-AE2A9F43B91C}" srcOrd="0" destOrd="0" presId="urn:microsoft.com/office/officeart/2005/8/layout/vList2"/>
    <dgm:cxn modelId="{6E534DF3-F7B2-42DB-BF7D-430D38F9B884}" type="presOf" srcId="{550401AB-D4D0-48FD-90C1-FC9F0838D089}" destId="{E13786DF-C529-4DFB-9E5C-AF19967AD842}" srcOrd="0" destOrd="0" presId="urn:microsoft.com/office/officeart/2005/8/layout/vList2"/>
    <dgm:cxn modelId="{CB271ED5-6103-4902-AA83-687A1B1F117B}" srcId="{4EACF11D-C79C-4A1E-A6BC-68FDAC43D160}" destId="{C5376352-24AE-47AC-A829-A01897B8F556}" srcOrd="1" destOrd="0" parTransId="{0F9FB619-3597-4AF5-A91D-C4867F3380A9}" sibTransId="{6F3AFD73-61CC-43CB-9C33-AB7BAD8FD17D}"/>
    <dgm:cxn modelId="{2370DEF7-4619-43E1-82B7-2C18DE910EE9}" srcId="{4EACF11D-C79C-4A1E-A6BC-68FDAC43D160}" destId="{500E33AE-4701-4652-B8B5-CDA4D86ED2B8}" srcOrd="3" destOrd="0" parTransId="{4B491BDD-820E-40F5-81A6-6D7DCC3F0F36}" sibTransId="{794C508E-0F5D-4E62-8DA1-02929D245197}"/>
    <dgm:cxn modelId="{6B4727B4-ABD0-45CB-917F-16973FCED409}" type="presParOf" srcId="{F949890A-2675-4760-AA91-21FAAC198309}" destId="{E13786DF-C529-4DFB-9E5C-AF19967AD842}" srcOrd="0" destOrd="0" presId="urn:microsoft.com/office/officeart/2005/8/layout/vList2"/>
    <dgm:cxn modelId="{DE1E5AB0-6CCF-4CE0-A665-06599EF4206D}" type="presParOf" srcId="{F949890A-2675-4760-AA91-21FAAC198309}" destId="{34FFB750-18C2-4B0A-AA00-C4E671250352}" srcOrd="1" destOrd="0" presId="urn:microsoft.com/office/officeart/2005/8/layout/vList2"/>
    <dgm:cxn modelId="{73D805F9-DA0C-4511-BDF6-490074A9456A}" type="presParOf" srcId="{F949890A-2675-4760-AA91-21FAAC198309}" destId="{FE8432FC-CAA3-4106-845A-65741B01A7FA}" srcOrd="2" destOrd="0" presId="urn:microsoft.com/office/officeart/2005/8/layout/vList2"/>
    <dgm:cxn modelId="{9D94D7EE-E9D2-4353-93F3-7AF90C53630A}" type="presParOf" srcId="{F949890A-2675-4760-AA91-21FAAC198309}" destId="{7961907C-9BB1-4FF9-BB6E-676D80C6F358}" srcOrd="3" destOrd="0" presId="urn:microsoft.com/office/officeart/2005/8/layout/vList2"/>
    <dgm:cxn modelId="{F2167F15-6FFD-4ABA-9B73-003551213D0E}" type="presParOf" srcId="{F949890A-2675-4760-AA91-21FAAC198309}" destId="{25746BB5-3155-4B0D-82EF-FAD1152278A7}" srcOrd="4" destOrd="0" presId="urn:microsoft.com/office/officeart/2005/8/layout/vList2"/>
    <dgm:cxn modelId="{23FA2F24-3AC8-4FD2-A8DA-31C9BF50BF61}" type="presParOf" srcId="{F949890A-2675-4760-AA91-21FAAC198309}" destId="{47D0ADA1-4174-4ADB-B0E8-9AF1A8E6C4DE}" srcOrd="5" destOrd="0" presId="urn:microsoft.com/office/officeart/2005/8/layout/vList2"/>
    <dgm:cxn modelId="{31F0983D-4205-4A61-ACBE-99AF1419D69F}" type="presParOf" srcId="{F949890A-2675-4760-AA91-21FAAC198309}" destId="{0D8A274A-CB40-4506-BFFA-27F3DB6AFF27}" srcOrd="6" destOrd="0" presId="urn:microsoft.com/office/officeart/2005/8/layout/vList2"/>
    <dgm:cxn modelId="{1B6E35B1-74A5-4AC7-BF5E-7A8DC0B58823}" type="presParOf" srcId="{F949890A-2675-4760-AA91-21FAAC198309}" destId="{40DF7D82-FA90-43D4-BFDF-1706475C4444}" srcOrd="7" destOrd="0" presId="urn:microsoft.com/office/officeart/2005/8/layout/vList2"/>
    <dgm:cxn modelId="{C0553BBC-C016-44E7-98A8-7303BA5FA0B1}" type="presParOf" srcId="{F949890A-2675-4760-AA91-21FAAC198309}" destId="{BC1733C1-26B9-4991-9BC9-2B39D3CF32B6}" srcOrd="8" destOrd="0" presId="urn:microsoft.com/office/officeart/2005/8/layout/vList2"/>
    <dgm:cxn modelId="{B093D5DD-037E-4978-BC11-922B52383BE4}" type="presParOf" srcId="{F949890A-2675-4760-AA91-21FAAC198309}" destId="{1484EA9C-EC60-4923-8C8F-D3F871169F8E}" srcOrd="9" destOrd="0" presId="urn:microsoft.com/office/officeart/2005/8/layout/vList2"/>
    <dgm:cxn modelId="{8827836C-6C04-45DC-8AB1-70FF38844903}" type="presParOf" srcId="{F949890A-2675-4760-AA91-21FAAC198309}" destId="{D4ACC9A5-721E-4880-9D45-C143D260BFB7}" srcOrd="10" destOrd="0" presId="urn:microsoft.com/office/officeart/2005/8/layout/vList2"/>
    <dgm:cxn modelId="{D833A6B1-719D-4F69-BB1C-C40F58E0162B}" type="presParOf" srcId="{F949890A-2675-4760-AA91-21FAAC198309}" destId="{93EBA700-6017-4D00-93BE-F4263EB25579}" srcOrd="11" destOrd="0" presId="urn:microsoft.com/office/officeart/2005/8/layout/vList2"/>
    <dgm:cxn modelId="{FB7227D4-498A-4251-8C76-E66485041E93}" type="presParOf" srcId="{F949890A-2675-4760-AA91-21FAAC198309}" destId="{9A025C7C-C896-4D3D-9E42-ADC000DEAD6E}" srcOrd="12" destOrd="0" presId="urn:microsoft.com/office/officeart/2005/8/layout/vList2"/>
    <dgm:cxn modelId="{28E10731-D029-47E6-BFD4-0433B12468EA}" type="presParOf" srcId="{F949890A-2675-4760-AA91-21FAAC198309}" destId="{7CCC4CD3-A6F6-47A2-8840-1F151995E767}" srcOrd="13" destOrd="0" presId="urn:microsoft.com/office/officeart/2005/8/layout/vList2"/>
    <dgm:cxn modelId="{78736384-0FFB-4D5C-B4D0-BB9E437254DA}" type="presParOf" srcId="{F949890A-2675-4760-AA91-21FAAC198309}" destId="{0F88C10D-8E1C-4175-830D-AE2A9F43B91C}" srcOrd="1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F02843F6-B740-4018-8780-70773751B268}" type="doc">
      <dgm:prSet loTypeId="urn:microsoft.com/office/officeart/2005/8/layout/process4" loCatId="process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15323701-C10F-4D3A-A1B1-0A10F80FD922}">
      <dgm:prSet/>
      <dgm:spPr/>
      <dgm:t>
        <a:bodyPr/>
        <a:lstStyle/>
        <a:p>
          <a:r>
            <a:rPr lang="en-US" b="1"/>
            <a:t>What We Are Doing</a:t>
          </a:r>
          <a:r>
            <a:rPr lang="en-US"/>
            <a:t> - Building an </a:t>
          </a:r>
          <a:r>
            <a:rPr lang="en-US" b="1"/>
            <a:t>online shopping system</a:t>
          </a:r>
          <a:r>
            <a:rPr lang="en-US"/>
            <a:t> in MongoDB with: - shopdb as the database, - customers, products, and orders as the core collections. - Focus on MongoDB: - CRUD operations, - Nested documents &amp; arrays, - Updates, aggregation, and </a:t>
          </a:r>
          <a:r>
            <a:rPr lang="en-US" b="1"/>
            <a:t>performance timing</a:t>
          </a:r>
          <a:r>
            <a:rPr lang="en-US"/>
            <a:t> of queries.</a:t>
          </a:r>
        </a:p>
      </dgm:t>
    </dgm:pt>
    <dgm:pt modelId="{25CE2ACD-828E-498D-A576-E220F51B5651}" type="parTrans" cxnId="{8D5F1347-E195-4C9F-9A1A-86794FF4F0C9}">
      <dgm:prSet/>
      <dgm:spPr/>
      <dgm:t>
        <a:bodyPr/>
        <a:lstStyle/>
        <a:p>
          <a:endParaRPr lang="en-US"/>
        </a:p>
      </dgm:t>
    </dgm:pt>
    <dgm:pt modelId="{82AD32C1-AA92-4C7C-B8DB-3A47DAFD3478}" type="sibTrans" cxnId="{8D5F1347-E195-4C9F-9A1A-86794FF4F0C9}">
      <dgm:prSet/>
      <dgm:spPr/>
      <dgm:t>
        <a:bodyPr/>
        <a:lstStyle/>
        <a:p>
          <a:endParaRPr lang="en-US"/>
        </a:p>
      </dgm:t>
    </dgm:pt>
    <dgm:pt modelId="{2960164A-CDBF-4793-A97D-D58525662141}">
      <dgm:prSet/>
      <dgm:spPr/>
      <dgm:t>
        <a:bodyPr/>
        <a:lstStyle/>
        <a:p>
          <a:r>
            <a:rPr lang="en-US" b="1"/>
            <a:t>Reference‑Style Workflow</a:t>
          </a:r>
          <a:r>
            <a:rPr lang="en-US"/>
            <a:t> - Generate large fake datasets with Python + Faker (100K+ customers, 50K+ products, 100K+ orders). - Intentionally create a small fraction of bad records (missing email, missing category, empty orders, invalid payment_status). - Run prep tasks to clean and normalize data. - Solve </a:t>
          </a:r>
          <a:r>
            <a:rPr lang="en-US" b="1"/>
            <a:t>11 MongoDB tasks</a:t>
          </a:r>
          <a:r>
            <a:rPr lang="en-US"/>
            <a:t> in mongosh. - For </a:t>
          </a:r>
          <a:r>
            <a:rPr lang="en-US" b="1"/>
            <a:t>every task</a:t>
          </a:r>
          <a:r>
            <a:rPr lang="en-US"/>
            <a:t>, run it </a:t>
          </a:r>
          <a:r>
            <a:rPr lang="en-US" b="1"/>
            <a:t>10 times</a:t>
          </a:r>
          <a:r>
            <a:rPr lang="en-US"/>
            <a:t> and compute its </a:t>
          </a:r>
          <a:r>
            <a:rPr lang="en-US" b="1"/>
            <a:t>average execution time</a:t>
          </a:r>
          <a:r>
            <a:rPr lang="en-US"/>
            <a:t>. - Deliverables: Solutions.txt, Python scripts, and screenshots.</a:t>
          </a:r>
        </a:p>
      </dgm:t>
    </dgm:pt>
    <dgm:pt modelId="{5D2DC0F9-B9D7-4A93-996C-21A1A4912335}" type="parTrans" cxnId="{5715B5EE-57C1-4888-8D8C-E2069F0EAD72}">
      <dgm:prSet/>
      <dgm:spPr/>
      <dgm:t>
        <a:bodyPr/>
        <a:lstStyle/>
        <a:p>
          <a:endParaRPr lang="en-US"/>
        </a:p>
      </dgm:t>
    </dgm:pt>
    <dgm:pt modelId="{FFBF2C1E-5995-469B-9E5A-8834924941C3}" type="sibTrans" cxnId="{5715B5EE-57C1-4888-8D8C-E2069F0EAD72}">
      <dgm:prSet/>
      <dgm:spPr/>
      <dgm:t>
        <a:bodyPr/>
        <a:lstStyle/>
        <a:p>
          <a:endParaRPr lang="en-US"/>
        </a:p>
      </dgm:t>
    </dgm:pt>
    <dgm:pt modelId="{B54B6D16-78F4-4E60-8E31-49E60862F0A0}" type="pres">
      <dgm:prSet presAssocID="{F02843F6-B740-4018-8780-70773751B268}" presName="Name0" presStyleCnt="0">
        <dgm:presLayoutVars>
          <dgm:dir/>
          <dgm:animLvl val="lvl"/>
          <dgm:resizeHandles val="exact"/>
        </dgm:presLayoutVars>
      </dgm:prSet>
      <dgm:spPr/>
    </dgm:pt>
    <dgm:pt modelId="{E7F4EA79-D308-4729-91DC-AEA16F17BEDE}" type="pres">
      <dgm:prSet presAssocID="{2960164A-CDBF-4793-A97D-D58525662141}" presName="boxAndChildren" presStyleCnt="0"/>
      <dgm:spPr/>
    </dgm:pt>
    <dgm:pt modelId="{0C6CB034-9EA9-46C4-8229-5452A637BAB2}" type="pres">
      <dgm:prSet presAssocID="{2960164A-CDBF-4793-A97D-D58525662141}" presName="parentTextBox" presStyleLbl="node1" presStyleIdx="0" presStyleCnt="2"/>
      <dgm:spPr/>
    </dgm:pt>
    <dgm:pt modelId="{0D65F21D-A6ED-425F-8293-3BE45EF9C76A}" type="pres">
      <dgm:prSet presAssocID="{82AD32C1-AA92-4C7C-B8DB-3A47DAFD3478}" presName="sp" presStyleCnt="0"/>
      <dgm:spPr/>
    </dgm:pt>
    <dgm:pt modelId="{2F11C256-F6E8-46AC-82AE-9F156A2416F6}" type="pres">
      <dgm:prSet presAssocID="{15323701-C10F-4D3A-A1B1-0A10F80FD922}" presName="arrowAndChildren" presStyleCnt="0"/>
      <dgm:spPr/>
    </dgm:pt>
    <dgm:pt modelId="{01D45259-70A0-4B04-8FAC-40AD1856A466}" type="pres">
      <dgm:prSet presAssocID="{15323701-C10F-4D3A-A1B1-0A10F80FD922}" presName="parentTextArrow" presStyleLbl="node1" presStyleIdx="1" presStyleCnt="2"/>
      <dgm:spPr/>
    </dgm:pt>
  </dgm:ptLst>
  <dgm:cxnLst>
    <dgm:cxn modelId="{00AB8F3E-14AF-49D8-966A-3DBDB41C4C6A}" type="presOf" srcId="{15323701-C10F-4D3A-A1B1-0A10F80FD922}" destId="{01D45259-70A0-4B04-8FAC-40AD1856A466}" srcOrd="0" destOrd="0" presId="urn:microsoft.com/office/officeart/2005/8/layout/process4"/>
    <dgm:cxn modelId="{8D5F1347-E195-4C9F-9A1A-86794FF4F0C9}" srcId="{F02843F6-B740-4018-8780-70773751B268}" destId="{15323701-C10F-4D3A-A1B1-0A10F80FD922}" srcOrd="0" destOrd="0" parTransId="{25CE2ACD-828E-498D-A576-E220F51B5651}" sibTransId="{82AD32C1-AA92-4C7C-B8DB-3A47DAFD3478}"/>
    <dgm:cxn modelId="{93694C4A-CC71-44FA-87B9-D988B3E96D20}" type="presOf" srcId="{2960164A-CDBF-4793-A97D-D58525662141}" destId="{0C6CB034-9EA9-46C4-8229-5452A637BAB2}" srcOrd="0" destOrd="0" presId="urn:microsoft.com/office/officeart/2005/8/layout/process4"/>
    <dgm:cxn modelId="{603FCD8C-0DCD-4CB7-A953-9EFFBD73B43B}" type="presOf" srcId="{F02843F6-B740-4018-8780-70773751B268}" destId="{B54B6D16-78F4-4E60-8E31-49E60862F0A0}" srcOrd="0" destOrd="0" presId="urn:microsoft.com/office/officeart/2005/8/layout/process4"/>
    <dgm:cxn modelId="{5715B5EE-57C1-4888-8D8C-E2069F0EAD72}" srcId="{F02843F6-B740-4018-8780-70773751B268}" destId="{2960164A-CDBF-4793-A97D-D58525662141}" srcOrd="1" destOrd="0" parTransId="{5D2DC0F9-B9D7-4A93-996C-21A1A4912335}" sibTransId="{FFBF2C1E-5995-469B-9E5A-8834924941C3}"/>
    <dgm:cxn modelId="{FAB4E600-8812-428C-88BA-2CB8932BEBCA}" type="presParOf" srcId="{B54B6D16-78F4-4E60-8E31-49E60862F0A0}" destId="{E7F4EA79-D308-4729-91DC-AEA16F17BEDE}" srcOrd="0" destOrd="0" presId="urn:microsoft.com/office/officeart/2005/8/layout/process4"/>
    <dgm:cxn modelId="{D2234FA9-26DC-41CE-8A7E-958CD1E50838}" type="presParOf" srcId="{E7F4EA79-D308-4729-91DC-AEA16F17BEDE}" destId="{0C6CB034-9EA9-46C4-8229-5452A637BAB2}" srcOrd="0" destOrd="0" presId="urn:microsoft.com/office/officeart/2005/8/layout/process4"/>
    <dgm:cxn modelId="{082EC8E6-FB5C-40B9-8472-E2FCB69F76E1}" type="presParOf" srcId="{B54B6D16-78F4-4E60-8E31-49E60862F0A0}" destId="{0D65F21D-A6ED-425F-8293-3BE45EF9C76A}" srcOrd="1" destOrd="0" presId="urn:microsoft.com/office/officeart/2005/8/layout/process4"/>
    <dgm:cxn modelId="{0E218037-0E75-41C2-99C9-46DE76AB9FDA}" type="presParOf" srcId="{B54B6D16-78F4-4E60-8E31-49E60862F0A0}" destId="{2F11C256-F6E8-46AC-82AE-9F156A2416F6}" srcOrd="2" destOrd="0" presId="urn:microsoft.com/office/officeart/2005/8/layout/process4"/>
    <dgm:cxn modelId="{373BEC5F-E552-48A0-A413-5077FCC11F20}" type="presParOf" srcId="{2F11C256-F6E8-46AC-82AE-9F156A2416F6}" destId="{01D45259-70A0-4B04-8FAC-40AD1856A466}" srcOrd="0" destOrd="0" presId="urn:microsoft.com/office/officeart/2005/8/layout/process4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30D03B66-68FA-46C5-963E-C17E74124BE6}" type="doc">
      <dgm:prSet loTypeId="urn:microsoft.com/office/officeart/2018/2/layout/IconLabel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3B3DF809-EC07-436A-B3DC-02E6C4B74894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/>
            <a:t>Customers</a:t>
          </a:r>
          <a:endParaRPr lang="en-US"/>
        </a:p>
      </dgm:t>
    </dgm:pt>
    <dgm:pt modelId="{643492CF-3A98-4085-95D2-7F99E81165C2}" type="parTrans" cxnId="{2AFD3BAA-EE7F-43D1-9BAE-A6159A92109B}">
      <dgm:prSet/>
      <dgm:spPr/>
      <dgm:t>
        <a:bodyPr/>
        <a:lstStyle/>
        <a:p>
          <a:endParaRPr lang="en-US"/>
        </a:p>
      </dgm:t>
    </dgm:pt>
    <dgm:pt modelId="{9CEBB504-8A96-4D2C-9B04-B3D3881C7ADE}" type="sibTrans" cxnId="{2AFD3BAA-EE7F-43D1-9BAE-A6159A92109B}">
      <dgm:prSet/>
      <dgm:spPr/>
      <dgm:t>
        <a:bodyPr/>
        <a:lstStyle/>
        <a:p>
          <a:endParaRPr lang="en-US"/>
        </a:p>
      </dgm:t>
    </dgm:pt>
    <dgm:pt modelId="{DDED7399-EDD3-4034-8734-3FEB4EBA7AD4}">
      <dgm:prSet/>
      <dgm:spPr/>
      <dgm:t>
        <a:bodyPr/>
        <a:lstStyle/>
        <a:p>
          <a:endParaRPr lang="en-US"/>
        </a:p>
      </dgm:t>
    </dgm:pt>
    <dgm:pt modelId="{7A121D65-6A77-4973-B063-4B7F52270CB1}" type="parTrans" cxnId="{3F38A058-C66B-4DAC-9271-7A76E036A172}">
      <dgm:prSet/>
      <dgm:spPr/>
      <dgm:t>
        <a:bodyPr/>
        <a:lstStyle/>
        <a:p>
          <a:endParaRPr lang="en-US"/>
        </a:p>
      </dgm:t>
    </dgm:pt>
    <dgm:pt modelId="{0A4C8A17-4316-4A8F-A007-8EFE73F8A397}" type="sibTrans" cxnId="{3F38A058-C66B-4DAC-9271-7A76E036A172}">
      <dgm:prSet/>
      <dgm:spPr/>
      <dgm:t>
        <a:bodyPr/>
        <a:lstStyle/>
        <a:p>
          <a:endParaRPr lang="en-US"/>
        </a:p>
      </dgm:t>
    </dgm:pt>
    <dgm:pt modelId="{7A29BCAC-5978-4D78-AD3C-9A030D338BC4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/>
            <a:t>Products</a:t>
          </a:r>
          <a:endParaRPr lang="en-US"/>
        </a:p>
      </dgm:t>
    </dgm:pt>
    <dgm:pt modelId="{302EEEC5-3A37-4655-9DBE-A5533DEB3B47}" type="parTrans" cxnId="{5F662DB2-0189-418C-BA85-CBE657C8B71D}">
      <dgm:prSet/>
      <dgm:spPr/>
      <dgm:t>
        <a:bodyPr/>
        <a:lstStyle/>
        <a:p>
          <a:endParaRPr lang="en-US"/>
        </a:p>
      </dgm:t>
    </dgm:pt>
    <dgm:pt modelId="{05911125-237B-4BB7-B3F3-347A0DCF56E9}" type="sibTrans" cxnId="{5F662DB2-0189-418C-BA85-CBE657C8B71D}">
      <dgm:prSet/>
      <dgm:spPr/>
      <dgm:t>
        <a:bodyPr/>
        <a:lstStyle/>
        <a:p>
          <a:endParaRPr lang="en-US"/>
        </a:p>
      </dgm:t>
    </dgm:pt>
    <dgm:pt modelId="{11FF1516-FD62-4BAD-9EAF-014097F63670}">
      <dgm:prSet/>
      <dgm:spPr/>
      <dgm:t>
        <a:bodyPr/>
        <a:lstStyle/>
        <a:p>
          <a:endParaRPr lang="en-US"/>
        </a:p>
      </dgm:t>
    </dgm:pt>
    <dgm:pt modelId="{80C4DCC9-162E-48B6-83BB-90373FFC03A8}" type="parTrans" cxnId="{8D267FAE-C695-4DFA-B944-8EACC1898D56}">
      <dgm:prSet/>
      <dgm:spPr/>
      <dgm:t>
        <a:bodyPr/>
        <a:lstStyle/>
        <a:p>
          <a:endParaRPr lang="en-US"/>
        </a:p>
      </dgm:t>
    </dgm:pt>
    <dgm:pt modelId="{D84A6007-08E8-4EDB-AA12-DDC1B5E46337}" type="sibTrans" cxnId="{8D267FAE-C695-4DFA-B944-8EACC1898D56}">
      <dgm:prSet/>
      <dgm:spPr/>
      <dgm:t>
        <a:bodyPr/>
        <a:lstStyle/>
        <a:p>
          <a:endParaRPr lang="en-US"/>
        </a:p>
      </dgm:t>
    </dgm:pt>
    <dgm:pt modelId="{DA12AA1B-4286-4169-AA50-8423B7C5CE1D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/>
            <a:t>Orders</a:t>
          </a:r>
          <a:endParaRPr lang="en-US"/>
        </a:p>
      </dgm:t>
    </dgm:pt>
    <dgm:pt modelId="{7CEE0862-EB92-493A-A5D0-3F71D752FF9E}" type="parTrans" cxnId="{1A8DC766-7A99-43A3-97B3-5B5DFFBF95C9}">
      <dgm:prSet/>
      <dgm:spPr/>
      <dgm:t>
        <a:bodyPr/>
        <a:lstStyle/>
        <a:p>
          <a:endParaRPr lang="en-US"/>
        </a:p>
      </dgm:t>
    </dgm:pt>
    <dgm:pt modelId="{E64ED71E-E011-46E6-96A7-77754BD865BD}" type="sibTrans" cxnId="{1A8DC766-7A99-43A3-97B3-5B5DFFBF95C9}">
      <dgm:prSet/>
      <dgm:spPr/>
      <dgm:t>
        <a:bodyPr/>
        <a:lstStyle/>
        <a:p>
          <a:endParaRPr lang="en-US"/>
        </a:p>
      </dgm:t>
    </dgm:pt>
    <dgm:pt modelId="{EEF0AB2B-095E-4AD6-8658-94690B3B473A}">
      <dgm:prSet/>
      <dgm:spPr/>
      <dgm:t>
        <a:bodyPr/>
        <a:lstStyle/>
        <a:p>
          <a:endParaRPr lang="en-US"/>
        </a:p>
      </dgm:t>
    </dgm:pt>
    <dgm:pt modelId="{687D5EA5-55B0-4721-BF74-0A5A7C7BF515}" type="parTrans" cxnId="{E220A778-DA17-4D06-9CC4-21D2B4109B93}">
      <dgm:prSet/>
      <dgm:spPr/>
      <dgm:t>
        <a:bodyPr/>
        <a:lstStyle/>
        <a:p>
          <a:endParaRPr lang="en-US"/>
        </a:p>
      </dgm:t>
    </dgm:pt>
    <dgm:pt modelId="{193BCBF1-5714-47ED-ADB5-EB495B73CA2B}" type="sibTrans" cxnId="{E220A778-DA17-4D06-9CC4-21D2B4109B93}">
      <dgm:prSet/>
      <dgm:spPr/>
      <dgm:t>
        <a:bodyPr/>
        <a:lstStyle/>
        <a:p>
          <a:endParaRPr lang="en-US"/>
        </a:p>
      </dgm:t>
    </dgm:pt>
    <dgm:pt modelId="{910F33FC-A88B-45F5-8CE5-3320FDDDB7A3}" type="pres">
      <dgm:prSet presAssocID="{30D03B66-68FA-46C5-963E-C17E74124BE6}" presName="root" presStyleCnt="0">
        <dgm:presLayoutVars>
          <dgm:dir/>
          <dgm:resizeHandles val="exact"/>
        </dgm:presLayoutVars>
      </dgm:prSet>
      <dgm:spPr/>
    </dgm:pt>
    <dgm:pt modelId="{9396C947-F88C-4A1B-A00E-5E3631A4174E}" type="pres">
      <dgm:prSet presAssocID="{3B3DF809-EC07-436A-B3DC-02E6C4B74894}" presName="compNode" presStyleCnt="0"/>
      <dgm:spPr/>
    </dgm:pt>
    <dgm:pt modelId="{C48928FA-0F1A-46B4-8441-B29E34C0F1C1}" type="pres">
      <dgm:prSet presAssocID="{3B3DF809-EC07-436A-B3DC-02E6C4B74894}" presName="iconRect" presStyleLbl="node1" presStyleIdx="0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ustomer Review"/>
        </a:ext>
      </dgm:extLst>
    </dgm:pt>
    <dgm:pt modelId="{06D24AF7-4038-4C8D-9F45-631DB17D61C4}" type="pres">
      <dgm:prSet presAssocID="{3B3DF809-EC07-436A-B3DC-02E6C4B74894}" presName="spaceRect" presStyleCnt="0"/>
      <dgm:spPr/>
    </dgm:pt>
    <dgm:pt modelId="{379C216B-AE1A-45CF-89C3-909343CE0493}" type="pres">
      <dgm:prSet presAssocID="{3B3DF809-EC07-436A-B3DC-02E6C4B74894}" presName="textRect" presStyleLbl="revTx" presStyleIdx="0" presStyleCnt="3">
        <dgm:presLayoutVars>
          <dgm:chMax val="1"/>
          <dgm:chPref val="1"/>
        </dgm:presLayoutVars>
      </dgm:prSet>
      <dgm:spPr/>
    </dgm:pt>
    <dgm:pt modelId="{A06A1260-1B90-4D67-95E1-3D03902894F4}" type="pres">
      <dgm:prSet presAssocID="{9CEBB504-8A96-4D2C-9B04-B3D3881C7ADE}" presName="sibTrans" presStyleCnt="0"/>
      <dgm:spPr/>
    </dgm:pt>
    <dgm:pt modelId="{9C548851-FBDB-4659-A0B3-CCF8BD24578E}" type="pres">
      <dgm:prSet presAssocID="{7A29BCAC-5978-4D78-AD3C-9A030D338BC4}" presName="compNode" presStyleCnt="0"/>
      <dgm:spPr/>
    </dgm:pt>
    <dgm:pt modelId="{4124E679-A82C-4A9E-BC67-60EE4542592E}" type="pres">
      <dgm:prSet presAssocID="{7A29BCAC-5978-4D78-AD3C-9A030D338BC4}" presName="iconRect" presStyleLbl="node1" presStyleIdx="1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Diploma Roll"/>
        </a:ext>
      </dgm:extLst>
    </dgm:pt>
    <dgm:pt modelId="{BB61490A-FFF5-40A3-88E1-E6A99EBE226D}" type="pres">
      <dgm:prSet presAssocID="{7A29BCAC-5978-4D78-AD3C-9A030D338BC4}" presName="spaceRect" presStyleCnt="0"/>
      <dgm:spPr/>
    </dgm:pt>
    <dgm:pt modelId="{04EA2908-BE85-4FF8-9982-B97E69FFFFC6}" type="pres">
      <dgm:prSet presAssocID="{7A29BCAC-5978-4D78-AD3C-9A030D338BC4}" presName="textRect" presStyleLbl="revTx" presStyleIdx="1" presStyleCnt="3">
        <dgm:presLayoutVars>
          <dgm:chMax val="1"/>
          <dgm:chPref val="1"/>
        </dgm:presLayoutVars>
      </dgm:prSet>
      <dgm:spPr/>
    </dgm:pt>
    <dgm:pt modelId="{4AA93D6E-BFEB-4BAA-A3AA-F824A40F7428}" type="pres">
      <dgm:prSet presAssocID="{05911125-237B-4BB7-B3F3-347A0DCF56E9}" presName="sibTrans" presStyleCnt="0"/>
      <dgm:spPr/>
    </dgm:pt>
    <dgm:pt modelId="{4B8D3DEC-3AED-4C8F-8B49-A3685EC5A379}" type="pres">
      <dgm:prSet presAssocID="{DA12AA1B-4286-4169-AA50-8423B7C5CE1D}" presName="compNode" presStyleCnt="0"/>
      <dgm:spPr/>
    </dgm:pt>
    <dgm:pt modelId="{260E6990-C9BC-4DAA-97D5-6571B8449A99}" type="pres">
      <dgm:prSet presAssocID="{DA12AA1B-4286-4169-AA50-8423B7C5CE1D}" presName="iconRect" presStyleLbl="node1" presStyleIdx="2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Shopping cart"/>
        </a:ext>
      </dgm:extLst>
    </dgm:pt>
    <dgm:pt modelId="{89592776-D2D9-45A9-A534-B3C67A7701DE}" type="pres">
      <dgm:prSet presAssocID="{DA12AA1B-4286-4169-AA50-8423B7C5CE1D}" presName="spaceRect" presStyleCnt="0"/>
      <dgm:spPr/>
    </dgm:pt>
    <dgm:pt modelId="{05E1DCF7-40D8-438E-9E28-D7F6D98F029C}" type="pres">
      <dgm:prSet presAssocID="{DA12AA1B-4286-4169-AA50-8423B7C5CE1D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53488D37-4BDF-4602-BF73-B6195986A459}" type="presOf" srcId="{DA12AA1B-4286-4169-AA50-8423B7C5CE1D}" destId="{05E1DCF7-40D8-438E-9E28-D7F6D98F029C}" srcOrd="0" destOrd="0" presId="urn:microsoft.com/office/officeart/2018/2/layout/IconLabelList"/>
    <dgm:cxn modelId="{DE52AE5B-15D0-4FD7-A9AB-003BD4FA7D3D}" type="presOf" srcId="{7A29BCAC-5978-4D78-AD3C-9A030D338BC4}" destId="{04EA2908-BE85-4FF8-9982-B97E69FFFFC6}" srcOrd="0" destOrd="0" presId="urn:microsoft.com/office/officeart/2018/2/layout/IconLabelList"/>
    <dgm:cxn modelId="{1A8DC766-7A99-43A3-97B3-5B5DFFBF95C9}" srcId="{30D03B66-68FA-46C5-963E-C17E74124BE6}" destId="{DA12AA1B-4286-4169-AA50-8423B7C5CE1D}" srcOrd="2" destOrd="0" parTransId="{7CEE0862-EB92-493A-A5D0-3F71D752FF9E}" sibTransId="{E64ED71E-E011-46E6-96A7-77754BD865BD}"/>
    <dgm:cxn modelId="{028D764E-AAE3-4901-ABD6-7D9588DF98A1}" type="presOf" srcId="{3B3DF809-EC07-436A-B3DC-02E6C4B74894}" destId="{379C216B-AE1A-45CF-89C3-909343CE0493}" srcOrd="0" destOrd="0" presId="urn:microsoft.com/office/officeart/2018/2/layout/IconLabelList"/>
    <dgm:cxn modelId="{3F38A058-C66B-4DAC-9271-7A76E036A172}" srcId="{3B3DF809-EC07-436A-B3DC-02E6C4B74894}" destId="{DDED7399-EDD3-4034-8734-3FEB4EBA7AD4}" srcOrd="0" destOrd="0" parTransId="{7A121D65-6A77-4973-B063-4B7F52270CB1}" sibTransId="{0A4C8A17-4316-4A8F-A007-8EFE73F8A397}"/>
    <dgm:cxn modelId="{E220A778-DA17-4D06-9CC4-21D2B4109B93}" srcId="{DA12AA1B-4286-4169-AA50-8423B7C5CE1D}" destId="{EEF0AB2B-095E-4AD6-8658-94690B3B473A}" srcOrd="0" destOrd="0" parTransId="{687D5EA5-55B0-4721-BF74-0A5A7C7BF515}" sibTransId="{193BCBF1-5714-47ED-ADB5-EB495B73CA2B}"/>
    <dgm:cxn modelId="{A69B5479-5FE4-4A2C-B05B-C08655A57EF8}" type="presOf" srcId="{30D03B66-68FA-46C5-963E-C17E74124BE6}" destId="{910F33FC-A88B-45F5-8CE5-3320FDDDB7A3}" srcOrd="0" destOrd="0" presId="urn:microsoft.com/office/officeart/2018/2/layout/IconLabelList"/>
    <dgm:cxn modelId="{2AFD3BAA-EE7F-43D1-9BAE-A6159A92109B}" srcId="{30D03B66-68FA-46C5-963E-C17E74124BE6}" destId="{3B3DF809-EC07-436A-B3DC-02E6C4B74894}" srcOrd="0" destOrd="0" parTransId="{643492CF-3A98-4085-95D2-7F99E81165C2}" sibTransId="{9CEBB504-8A96-4D2C-9B04-B3D3881C7ADE}"/>
    <dgm:cxn modelId="{8D267FAE-C695-4DFA-B944-8EACC1898D56}" srcId="{7A29BCAC-5978-4D78-AD3C-9A030D338BC4}" destId="{11FF1516-FD62-4BAD-9EAF-014097F63670}" srcOrd="0" destOrd="0" parTransId="{80C4DCC9-162E-48B6-83BB-90373FFC03A8}" sibTransId="{D84A6007-08E8-4EDB-AA12-DDC1B5E46337}"/>
    <dgm:cxn modelId="{5F662DB2-0189-418C-BA85-CBE657C8B71D}" srcId="{30D03B66-68FA-46C5-963E-C17E74124BE6}" destId="{7A29BCAC-5978-4D78-AD3C-9A030D338BC4}" srcOrd="1" destOrd="0" parTransId="{302EEEC5-3A37-4655-9DBE-A5533DEB3B47}" sibTransId="{05911125-237B-4BB7-B3F3-347A0DCF56E9}"/>
    <dgm:cxn modelId="{FB8221B0-AD42-46CC-B6AF-28348568857B}" type="presParOf" srcId="{910F33FC-A88B-45F5-8CE5-3320FDDDB7A3}" destId="{9396C947-F88C-4A1B-A00E-5E3631A4174E}" srcOrd="0" destOrd="0" presId="urn:microsoft.com/office/officeart/2018/2/layout/IconLabelList"/>
    <dgm:cxn modelId="{D37D30E9-4015-4FE6-87F7-9D63071C6CB8}" type="presParOf" srcId="{9396C947-F88C-4A1B-A00E-5E3631A4174E}" destId="{C48928FA-0F1A-46B4-8441-B29E34C0F1C1}" srcOrd="0" destOrd="0" presId="urn:microsoft.com/office/officeart/2018/2/layout/IconLabelList"/>
    <dgm:cxn modelId="{A43974FA-2F10-4FE5-A60C-6EFB229D214C}" type="presParOf" srcId="{9396C947-F88C-4A1B-A00E-5E3631A4174E}" destId="{06D24AF7-4038-4C8D-9F45-631DB17D61C4}" srcOrd="1" destOrd="0" presId="urn:microsoft.com/office/officeart/2018/2/layout/IconLabelList"/>
    <dgm:cxn modelId="{C138D2CE-155B-477E-B9BE-DFE97529F8F9}" type="presParOf" srcId="{9396C947-F88C-4A1B-A00E-5E3631A4174E}" destId="{379C216B-AE1A-45CF-89C3-909343CE0493}" srcOrd="2" destOrd="0" presId="urn:microsoft.com/office/officeart/2018/2/layout/IconLabelList"/>
    <dgm:cxn modelId="{E262D8A3-88AE-4DEF-90DD-7F4DB9EB6DB0}" type="presParOf" srcId="{910F33FC-A88B-45F5-8CE5-3320FDDDB7A3}" destId="{A06A1260-1B90-4D67-95E1-3D03902894F4}" srcOrd="1" destOrd="0" presId="urn:microsoft.com/office/officeart/2018/2/layout/IconLabelList"/>
    <dgm:cxn modelId="{BD1D0E4C-9637-433A-BA9C-D83A76FDC62A}" type="presParOf" srcId="{910F33FC-A88B-45F5-8CE5-3320FDDDB7A3}" destId="{9C548851-FBDB-4659-A0B3-CCF8BD24578E}" srcOrd="2" destOrd="0" presId="urn:microsoft.com/office/officeart/2018/2/layout/IconLabelList"/>
    <dgm:cxn modelId="{5C6C4CF3-03A6-4B5D-BCA2-65BD4598B229}" type="presParOf" srcId="{9C548851-FBDB-4659-A0B3-CCF8BD24578E}" destId="{4124E679-A82C-4A9E-BC67-60EE4542592E}" srcOrd="0" destOrd="0" presId="urn:microsoft.com/office/officeart/2018/2/layout/IconLabelList"/>
    <dgm:cxn modelId="{AC9EF762-3F15-4C13-A30E-C0C012378996}" type="presParOf" srcId="{9C548851-FBDB-4659-A0B3-CCF8BD24578E}" destId="{BB61490A-FFF5-40A3-88E1-E6A99EBE226D}" srcOrd="1" destOrd="0" presId="urn:microsoft.com/office/officeart/2018/2/layout/IconLabelList"/>
    <dgm:cxn modelId="{87A425C8-7FFE-4A2D-8445-908FC7B0C0B7}" type="presParOf" srcId="{9C548851-FBDB-4659-A0B3-CCF8BD24578E}" destId="{04EA2908-BE85-4FF8-9982-B97E69FFFFC6}" srcOrd="2" destOrd="0" presId="urn:microsoft.com/office/officeart/2018/2/layout/IconLabelList"/>
    <dgm:cxn modelId="{653A9F1C-8003-4F33-8518-611F45CDEA9A}" type="presParOf" srcId="{910F33FC-A88B-45F5-8CE5-3320FDDDB7A3}" destId="{4AA93D6E-BFEB-4BAA-A3AA-F824A40F7428}" srcOrd="3" destOrd="0" presId="urn:microsoft.com/office/officeart/2018/2/layout/IconLabelList"/>
    <dgm:cxn modelId="{EF4B1325-532A-4C55-AF85-2CA1EB8DF28C}" type="presParOf" srcId="{910F33FC-A88B-45F5-8CE5-3320FDDDB7A3}" destId="{4B8D3DEC-3AED-4C8F-8B49-A3685EC5A379}" srcOrd="4" destOrd="0" presId="urn:microsoft.com/office/officeart/2018/2/layout/IconLabelList"/>
    <dgm:cxn modelId="{6F05C061-EE33-4CA6-A9D4-D2E6279412C4}" type="presParOf" srcId="{4B8D3DEC-3AED-4C8F-8B49-A3685EC5A379}" destId="{260E6990-C9BC-4DAA-97D5-6571B8449A99}" srcOrd="0" destOrd="0" presId="urn:microsoft.com/office/officeart/2018/2/layout/IconLabelList"/>
    <dgm:cxn modelId="{3897B838-07B4-408B-9DFB-0DD5D1387D96}" type="presParOf" srcId="{4B8D3DEC-3AED-4C8F-8B49-A3685EC5A379}" destId="{89592776-D2D9-45A9-A534-B3C67A7701DE}" srcOrd="1" destOrd="0" presId="urn:microsoft.com/office/officeart/2018/2/layout/IconLabelList"/>
    <dgm:cxn modelId="{23682779-8B23-43B4-BD8F-137ECF2EF273}" type="presParOf" srcId="{4B8D3DEC-3AED-4C8F-8B49-A3685EC5A379}" destId="{05E1DCF7-40D8-438E-9E28-D7F6D98F029C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3A85724E-6579-4C31-9716-CED5EA091497}" type="doc">
      <dgm:prSet loTypeId="urn:microsoft.com/office/officeart/2005/8/layout/process4" loCatId="process" qsTypeId="urn:microsoft.com/office/officeart/2005/8/quickstyle/simple1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92F00BE4-8E35-47DE-A7E5-32AD43FD576B}">
      <dgm:prSet/>
      <dgm:spPr/>
      <dgm:t>
        <a:bodyPr/>
        <a:lstStyle/>
        <a:p>
          <a:r>
            <a:rPr lang="en-US" b="1"/>
            <a:t>Data Generation &amp; Cleaning</a:t>
          </a:r>
          <a:r>
            <a:rPr lang="en-US"/>
            <a:t> - Used Python + Faker to generate customers, products, and orders. - Introduced imperfect records (missing email, missing category, empty orders, invalid payment_status). - Performed MongoDB prep tasks: - Check counts (countDocuments). - Fix missing email → "unknown@example.com". - Fix missing category → "Misc". - Remove empty orders (items: []). - Normalize invalid payment_status → "pending".</a:t>
          </a:r>
        </a:p>
      </dgm:t>
    </dgm:pt>
    <dgm:pt modelId="{BC72CFF0-DBBA-440B-9336-0BE7DFFB1FED}" type="parTrans" cxnId="{15328D25-3775-4EB3-97CB-D7350B0FC59D}">
      <dgm:prSet/>
      <dgm:spPr/>
      <dgm:t>
        <a:bodyPr/>
        <a:lstStyle/>
        <a:p>
          <a:endParaRPr lang="en-US"/>
        </a:p>
      </dgm:t>
    </dgm:pt>
    <dgm:pt modelId="{7E1EAEEA-286B-4BCD-9636-C73CBB6B2592}" type="sibTrans" cxnId="{15328D25-3775-4EB3-97CB-D7350B0FC59D}">
      <dgm:prSet/>
      <dgm:spPr/>
      <dgm:t>
        <a:bodyPr/>
        <a:lstStyle/>
        <a:p>
          <a:endParaRPr lang="en-US"/>
        </a:p>
      </dgm:t>
    </dgm:pt>
    <dgm:pt modelId="{CC3D449D-E46F-4DDF-84A6-B5482D3EC0FE}">
      <dgm:prSet/>
      <dgm:spPr/>
      <dgm:t>
        <a:bodyPr/>
        <a:lstStyle/>
        <a:p>
          <a:r>
            <a:rPr lang="en-US" b="1"/>
            <a:t>Performance</a:t>
          </a:r>
          <a:r>
            <a:rPr lang="en-US"/>
            <a:t> - For each task, ran </a:t>
          </a:r>
          <a:r>
            <a:rPr lang="en-US" b="1"/>
            <a:t>10 executions</a:t>
          </a:r>
          <a:r>
            <a:rPr lang="en-US"/>
            <a:t> and computed the </a:t>
          </a:r>
          <a:r>
            <a:rPr lang="en-US" b="1"/>
            <a:t>average execution time</a:t>
          </a:r>
          <a:r>
            <a:rPr lang="en-US"/>
            <a:t> to analyze query performance.</a:t>
          </a:r>
        </a:p>
      </dgm:t>
    </dgm:pt>
    <dgm:pt modelId="{D732EE67-D274-4D0F-B605-622D9719732B}" type="parTrans" cxnId="{5B6D2E22-12F1-4AE1-89C1-57382E21F1D1}">
      <dgm:prSet/>
      <dgm:spPr/>
      <dgm:t>
        <a:bodyPr/>
        <a:lstStyle/>
        <a:p>
          <a:endParaRPr lang="en-US"/>
        </a:p>
      </dgm:t>
    </dgm:pt>
    <dgm:pt modelId="{6DE72596-40B9-4F99-B5F2-3856CD546FB2}" type="sibTrans" cxnId="{5B6D2E22-12F1-4AE1-89C1-57382E21F1D1}">
      <dgm:prSet/>
      <dgm:spPr/>
      <dgm:t>
        <a:bodyPr/>
        <a:lstStyle/>
        <a:p>
          <a:endParaRPr lang="en-US"/>
        </a:p>
      </dgm:t>
    </dgm:pt>
    <dgm:pt modelId="{26A29E9F-92C2-4289-9383-8481993898B5}" type="pres">
      <dgm:prSet presAssocID="{3A85724E-6579-4C31-9716-CED5EA091497}" presName="Name0" presStyleCnt="0">
        <dgm:presLayoutVars>
          <dgm:dir/>
          <dgm:animLvl val="lvl"/>
          <dgm:resizeHandles val="exact"/>
        </dgm:presLayoutVars>
      </dgm:prSet>
      <dgm:spPr/>
    </dgm:pt>
    <dgm:pt modelId="{639ADEB3-9068-40A9-9A5A-882FFC9314A7}" type="pres">
      <dgm:prSet presAssocID="{CC3D449D-E46F-4DDF-84A6-B5482D3EC0FE}" presName="boxAndChildren" presStyleCnt="0"/>
      <dgm:spPr/>
    </dgm:pt>
    <dgm:pt modelId="{A958AB21-3CAB-4D17-A5B9-140BF7630983}" type="pres">
      <dgm:prSet presAssocID="{CC3D449D-E46F-4DDF-84A6-B5482D3EC0FE}" presName="parentTextBox" presStyleLbl="node1" presStyleIdx="0" presStyleCnt="2"/>
      <dgm:spPr/>
    </dgm:pt>
    <dgm:pt modelId="{AC76F2E1-C7CD-463B-831D-509407707558}" type="pres">
      <dgm:prSet presAssocID="{7E1EAEEA-286B-4BCD-9636-C73CBB6B2592}" presName="sp" presStyleCnt="0"/>
      <dgm:spPr/>
    </dgm:pt>
    <dgm:pt modelId="{EF12D55D-6A70-4E78-BED8-3456B51043E2}" type="pres">
      <dgm:prSet presAssocID="{92F00BE4-8E35-47DE-A7E5-32AD43FD576B}" presName="arrowAndChildren" presStyleCnt="0"/>
      <dgm:spPr/>
    </dgm:pt>
    <dgm:pt modelId="{1D3CAD4A-F9CF-4AC1-AEEB-5A19BCE4C6E8}" type="pres">
      <dgm:prSet presAssocID="{92F00BE4-8E35-47DE-A7E5-32AD43FD576B}" presName="parentTextArrow" presStyleLbl="node1" presStyleIdx="1" presStyleCnt="2"/>
      <dgm:spPr/>
    </dgm:pt>
  </dgm:ptLst>
  <dgm:cxnLst>
    <dgm:cxn modelId="{5B6D2E22-12F1-4AE1-89C1-57382E21F1D1}" srcId="{3A85724E-6579-4C31-9716-CED5EA091497}" destId="{CC3D449D-E46F-4DDF-84A6-B5482D3EC0FE}" srcOrd="1" destOrd="0" parTransId="{D732EE67-D274-4D0F-B605-622D9719732B}" sibTransId="{6DE72596-40B9-4F99-B5F2-3856CD546FB2}"/>
    <dgm:cxn modelId="{15328D25-3775-4EB3-97CB-D7350B0FC59D}" srcId="{3A85724E-6579-4C31-9716-CED5EA091497}" destId="{92F00BE4-8E35-47DE-A7E5-32AD43FD576B}" srcOrd="0" destOrd="0" parTransId="{BC72CFF0-DBBA-440B-9336-0BE7DFFB1FED}" sibTransId="{7E1EAEEA-286B-4BCD-9636-C73CBB6B2592}"/>
    <dgm:cxn modelId="{B3ADD338-B6ED-4315-83E4-04B9876BF9E5}" type="presOf" srcId="{3A85724E-6579-4C31-9716-CED5EA091497}" destId="{26A29E9F-92C2-4289-9383-8481993898B5}" srcOrd="0" destOrd="0" presId="urn:microsoft.com/office/officeart/2005/8/layout/process4"/>
    <dgm:cxn modelId="{DB2EBB4B-F12D-4929-96CF-B3472B25C69F}" type="presOf" srcId="{92F00BE4-8E35-47DE-A7E5-32AD43FD576B}" destId="{1D3CAD4A-F9CF-4AC1-AEEB-5A19BCE4C6E8}" srcOrd="0" destOrd="0" presId="urn:microsoft.com/office/officeart/2005/8/layout/process4"/>
    <dgm:cxn modelId="{9B6A6982-8141-4E43-B964-85361D46FBDC}" type="presOf" srcId="{CC3D449D-E46F-4DDF-84A6-B5482D3EC0FE}" destId="{A958AB21-3CAB-4D17-A5B9-140BF7630983}" srcOrd="0" destOrd="0" presId="urn:microsoft.com/office/officeart/2005/8/layout/process4"/>
    <dgm:cxn modelId="{A2A9B70C-96AC-4F9E-9797-298F099F067A}" type="presParOf" srcId="{26A29E9F-92C2-4289-9383-8481993898B5}" destId="{639ADEB3-9068-40A9-9A5A-882FFC9314A7}" srcOrd="0" destOrd="0" presId="urn:microsoft.com/office/officeart/2005/8/layout/process4"/>
    <dgm:cxn modelId="{0019B9A1-7A71-4E11-9879-9BF25E77298C}" type="presParOf" srcId="{639ADEB3-9068-40A9-9A5A-882FFC9314A7}" destId="{A958AB21-3CAB-4D17-A5B9-140BF7630983}" srcOrd="0" destOrd="0" presId="urn:microsoft.com/office/officeart/2005/8/layout/process4"/>
    <dgm:cxn modelId="{B3EA71DF-9CF2-49F2-A9EE-1FAC3AC66916}" type="presParOf" srcId="{26A29E9F-92C2-4289-9383-8481993898B5}" destId="{AC76F2E1-C7CD-463B-831D-509407707558}" srcOrd="1" destOrd="0" presId="urn:microsoft.com/office/officeart/2005/8/layout/process4"/>
    <dgm:cxn modelId="{536E1DDA-06CE-4977-9147-87966B9A24B7}" type="presParOf" srcId="{26A29E9F-92C2-4289-9383-8481993898B5}" destId="{EF12D55D-6A70-4E78-BED8-3456B51043E2}" srcOrd="2" destOrd="0" presId="urn:microsoft.com/office/officeart/2005/8/layout/process4"/>
    <dgm:cxn modelId="{36B7984B-9574-4786-9F8C-C6DE1FE502D5}" type="presParOf" srcId="{EF12D55D-6A70-4E78-BED8-3456B51043E2}" destId="{1D3CAD4A-F9CF-4AC1-AEEB-5A19BCE4C6E8}" srcOrd="0" destOrd="0" presId="urn:microsoft.com/office/officeart/2005/8/layout/process4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BDC9D99B-9C72-42EB-9E11-189B19E01036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3E2AF166-C157-4FE4-AFD6-90A0B27AE1C8}">
      <dgm:prSet/>
      <dgm:spPr/>
      <dgm:t>
        <a:bodyPr/>
        <a:lstStyle/>
        <a:p>
          <a:r>
            <a:rPr lang="en-US" b="1"/>
            <a:t>Goal</a:t>
          </a:r>
          <a:r>
            <a:rPr lang="en-US"/>
            <a:t> - Choose one product with stock &gt; 0. - Reduce its stock by 1. - Reset the stock before </a:t>
          </a:r>
          <a:r>
            <a:rPr lang="en-US" b="1"/>
            <a:t>each timed run</a:t>
          </a:r>
          <a:r>
            <a:rPr lang="en-US"/>
            <a:t>.</a:t>
          </a:r>
        </a:p>
      </dgm:t>
    </dgm:pt>
    <dgm:pt modelId="{1EB0D7C7-927E-4E5E-B788-55F1570898CF}" type="parTrans" cxnId="{0FB835F7-5AB8-44B7-BFCD-CCBFB3DEF73E}">
      <dgm:prSet/>
      <dgm:spPr/>
      <dgm:t>
        <a:bodyPr/>
        <a:lstStyle/>
        <a:p>
          <a:endParaRPr lang="en-US"/>
        </a:p>
      </dgm:t>
    </dgm:pt>
    <dgm:pt modelId="{67144281-A1A1-44FA-BF23-03584727D48A}" type="sibTrans" cxnId="{0FB835F7-5AB8-44B7-BFCD-CCBFB3DEF73E}">
      <dgm:prSet/>
      <dgm:spPr/>
      <dgm:t>
        <a:bodyPr/>
        <a:lstStyle/>
        <a:p>
          <a:endParaRPr lang="en-US"/>
        </a:p>
      </dgm:t>
    </dgm:pt>
    <dgm:pt modelId="{82C8910F-72AB-44E7-8F87-A352430515E2}">
      <dgm:prSet/>
      <dgm:spPr/>
      <dgm:t>
        <a:bodyPr/>
        <a:lstStyle/>
        <a:p>
          <a:r>
            <a:rPr lang="en-US" b="1"/>
            <a:t>1. Find a suitable product ID</a:t>
          </a:r>
          <a:endParaRPr lang="en-US"/>
        </a:p>
      </dgm:t>
    </dgm:pt>
    <dgm:pt modelId="{02CC3E30-F8FF-4AED-A3B3-B94D1E910CDB}" type="parTrans" cxnId="{98FCF456-B969-4551-BA5B-150E8A87B827}">
      <dgm:prSet/>
      <dgm:spPr/>
      <dgm:t>
        <a:bodyPr/>
        <a:lstStyle/>
        <a:p>
          <a:endParaRPr lang="en-US"/>
        </a:p>
      </dgm:t>
    </dgm:pt>
    <dgm:pt modelId="{411FD634-FCAE-4F6A-B97C-19731FA647FE}" type="sibTrans" cxnId="{98FCF456-B969-4551-BA5B-150E8A87B827}">
      <dgm:prSet/>
      <dgm:spPr/>
      <dgm:t>
        <a:bodyPr/>
        <a:lstStyle/>
        <a:p>
          <a:endParaRPr lang="en-US"/>
        </a:p>
      </dgm:t>
    </dgm:pt>
    <dgm:pt modelId="{744CC231-83DF-493F-87EC-30C3AC3FDD4F}">
      <dgm:prSet/>
      <dgm:spPr/>
      <dgm:t>
        <a:bodyPr/>
        <a:lstStyle/>
        <a:p>
          <a:r>
            <a:rPr lang="en-US"/>
            <a:t>db.products.findOne(</a:t>
          </a:r>
          <a:br>
            <a:rPr lang="en-US"/>
          </a:br>
          <a:r>
            <a:rPr lang="en-US"/>
            <a:t>  { stock: { $gt: 0 } },</a:t>
          </a:r>
          <a:br>
            <a:rPr lang="en-US"/>
          </a:br>
          <a:r>
            <a:rPr lang="en-US"/>
            <a:t>  { projection: { _id: 1, name: 1, stock: 1 } }</a:t>
          </a:r>
          <a:br>
            <a:rPr lang="en-US"/>
          </a:br>
          <a:r>
            <a:rPr lang="en-US"/>
            <a:t>)</a:t>
          </a:r>
        </a:p>
      </dgm:t>
    </dgm:pt>
    <dgm:pt modelId="{FE21D4D2-0683-467D-9B66-501A2E6070F9}" type="parTrans" cxnId="{9B031EFA-CF5A-41C8-80C8-3EE12B457EF1}">
      <dgm:prSet/>
      <dgm:spPr/>
      <dgm:t>
        <a:bodyPr/>
        <a:lstStyle/>
        <a:p>
          <a:endParaRPr lang="en-US"/>
        </a:p>
      </dgm:t>
    </dgm:pt>
    <dgm:pt modelId="{F04A8392-B679-47B6-A79D-EF22A38BDFE9}" type="sibTrans" cxnId="{9B031EFA-CF5A-41C8-80C8-3EE12B457EF1}">
      <dgm:prSet/>
      <dgm:spPr/>
      <dgm:t>
        <a:bodyPr/>
        <a:lstStyle/>
        <a:p>
          <a:endParaRPr lang="en-US"/>
        </a:p>
      </dgm:t>
    </dgm:pt>
    <dgm:pt modelId="{ED5E8A59-255D-42AA-9E0B-59FAFF644FA1}">
      <dgm:prSet/>
      <dgm:spPr/>
      <dgm:t>
        <a:bodyPr/>
        <a:lstStyle/>
        <a:p>
          <a:r>
            <a:rPr lang="en-US" b="1"/>
            <a:t>2. Reduce stock by 1</a:t>
          </a:r>
          <a:br>
            <a:rPr lang="en-US"/>
          </a:br>
          <a:r>
            <a:rPr lang="en-US"/>
            <a:t>(Example with _id: 2001)</a:t>
          </a:r>
        </a:p>
      </dgm:t>
    </dgm:pt>
    <dgm:pt modelId="{700D1D4E-B6D2-49DE-9485-0AFC1DDB69A4}" type="parTrans" cxnId="{2F53B296-D4C8-4281-8DCD-24A14A66C82D}">
      <dgm:prSet/>
      <dgm:spPr/>
      <dgm:t>
        <a:bodyPr/>
        <a:lstStyle/>
        <a:p>
          <a:endParaRPr lang="en-US"/>
        </a:p>
      </dgm:t>
    </dgm:pt>
    <dgm:pt modelId="{112F2ED7-546A-4168-976A-A8427C13A7B8}" type="sibTrans" cxnId="{2F53B296-D4C8-4281-8DCD-24A14A66C82D}">
      <dgm:prSet/>
      <dgm:spPr/>
      <dgm:t>
        <a:bodyPr/>
        <a:lstStyle/>
        <a:p>
          <a:endParaRPr lang="en-US"/>
        </a:p>
      </dgm:t>
    </dgm:pt>
    <dgm:pt modelId="{DD097B1C-9BDF-44B3-B7F0-98B7B3C46203}">
      <dgm:prSet/>
      <dgm:spPr/>
      <dgm:t>
        <a:bodyPr/>
        <a:lstStyle/>
        <a:p>
          <a:r>
            <a:rPr lang="en-US"/>
            <a:t>db.products.updateOne(</a:t>
          </a:r>
          <a:br>
            <a:rPr lang="en-US"/>
          </a:br>
          <a:r>
            <a:rPr lang="en-US"/>
            <a:t>  { _id: 2001 },</a:t>
          </a:r>
          <a:br>
            <a:rPr lang="en-US"/>
          </a:br>
          <a:r>
            <a:rPr lang="en-US"/>
            <a:t>  { $inc: { stock: -1 } }</a:t>
          </a:r>
          <a:br>
            <a:rPr lang="en-US"/>
          </a:br>
          <a:r>
            <a:rPr lang="en-US"/>
            <a:t>)</a:t>
          </a:r>
        </a:p>
      </dgm:t>
    </dgm:pt>
    <dgm:pt modelId="{86C4D353-8DB8-46F4-BF8E-FB0EAB33EA44}" type="parTrans" cxnId="{DEC6AF34-0659-400D-A3BD-CB7ACB35DB4B}">
      <dgm:prSet/>
      <dgm:spPr/>
      <dgm:t>
        <a:bodyPr/>
        <a:lstStyle/>
        <a:p>
          <a:endParaRPr lang="en-US"/>
        </a:p>
      </dgm:t>
    </dgm:pt>
    <dgm:pt modelId="{5B3057A5-5AD6-4BB1-B642-A5C610818F02}" type="sibTrans" cxnId="{DEC6AF34-0659-400D-A3BD-CB7ACB35DB4B}">
      <dgm:prSet/>
      <dgm:spPr/>
      <dgm:t>
        <a:bodyPr/>
        <a:lstStyle/>
        <a:p>
          <a:endParaRPr lang="en-US"/>
        </a:p>
      </dgm:t>
    </dgm:pt>
    <dgm:pt modelId="{C0782602-7E9A-4A24-B051-AF9C66EB1E06}">
      <dgm:prSet/>
      <dgm:spPr/>
      <dgm:t>
        <a:bodyPr/>
        <a:lstStyle/>
        <a:p>
          <a:r>
            <a:rPr lang="en-US" b="1"/>
            <a:t>3. Reset stock before next timed run</a:t>
          </a:r>
          <a:br>
            <a:rPr lang="en-US"/>
          </a:br>
          <a:r>
            <a:rPr lang="en-US"/>
            <a:t>(Example: stock originally 50)</a:t>
          </a:r>
        </a:p>
      </dgm:t>
    </dgm:pt>
    <dgm:pt modelId="{D2122B1C-9621-4670-8561-A5DCAE21897E}" type="parTrans" cxnId="{A341367A-95F3-4438-80CA-F2E89C79958D}">
      <dgm:prSet/>
      <dgm:spPr/>
      <dgm:t>
        <a:bodyPr/>
        <a:lstStyle/>
        <a:p>
          <a:endParaRPr lang="en-US"/>
        </a:p>
      </dgm:t>
    </dgm:pt>
    <dgm:pt modelId="{548630D0-793F-4494-A45D-B161E58734AC}" type="sibTrans" cxnId="{A341367A-95F3-4438-80CA-F2E89C79958D}">
      <dgm:prSet/>
      <dgm:spPr/>
      <dgm:t>
        <a:bodyPr/>
        <a:lstStyle/>
        <a:p>
          <a:endParaRPr lang="en-US"/>
        </a:p>
      </dgm:t>
    </dgm:pt>
    <dgm:pt modelId="{0B46A3A4-4F4D-4C17-A3F0-391EBAF8FEF1}">
      <dgm:prSet/>
      <dgm:spPr/>
      <dgm:t>
        <a:bodyPr/>
        <a:lstStyle/>
        <a:p>
          <a:r>
            <a:rPr lang="en-US"/>
            <a:t>db.products.updateOne(</a:t>
          </a:r>
          <a:br>
            <a:rPr lang="en-US"/>
          </a:br>
          <a:r>
            <a:rPr lang="en-US"/>
            <a:t>  { _id: 2001 },</a:t>
          </a:r>
          <a:br>
            <a:rPr lang="en-US"/>
          </a:br>
          <a:r>
            <a:rPr lang="en-US"/>
            <a:t>  { $set: { stock: 50 } }</a:t>
          </a:r>
          <a:br>
            <a:rPr lang="en-US"/>
          </a:br>
          <a:r>
            <a:rPr lang="en-US"/>
            <a:t>)</a:t>
          </a:r>
        </a:p>
      </dgm:t>
    </dgm:pt>
    <dgm:pt modelId="{EEC406ED-249A-445D-8AB4-94CCE214B004}" type="parTrans" cxnId="{BD5B378B-02D4-4FC2-9EB0-35DD2F921961}">
      <dgm:prSet/>
      <dgm:spPr/>
      <dgm:t>
        <a:bodyPr/>
        <a:lstStyle/>
        <a:p>
          <a:endParaRPr lang="en-US"/>
        </a:p>
      </dgm:t>
    </dgm:pt>
    <dgm:pt modelId="{AB616C36-0F41-4B4E-B523-20DF435CFA4D}" type="sibTrans" cxnId="{BD5B378B-02D4-4FC2-9EB0-35DD2F921961}">
      <dgm:prSet/>
      <dgm:spPr/>
      <dgm:t>
        <a:bodyPr/>
        <a:lstStyle/>
        <a:p>
          <a:endParaRPr lang="en-US"/>
        </a:p>
      </dgm:t>
    </dgm:pt>
    <dgm:pt modelId="{6268706A-99A4-4AC9-A388-5A7316E55F26}">
      <dgm:prSet/>
      <dgm:spPr/>
      <dgm:t>
        <a:bodyPr/>
        <a:lstStyle/>
        <a:p>
          <a:r>
            <a:rPr lang="en-US" b="1"/>
            <a:t>Timing note</a:t>
          </a:r>
          <a:r>
            <a:rPr lang="en-US"/>
            <a:t> - Timed this updateOne 10 times; average time shows typical single‑document‑update performance. Time (s): 0.0007655999856069684</a:t>
          </a:r>
        </a:p>
      </dgm:t>
    </dgm:pt>
    <dgm:pt modelId="{548FD8A3-4EBD-4934-AC76-AB536A09DB7D}" type="parTrans" cxnId="{66E9E902-0B53-4996-96FB-EEF49EE6FC47}">
      <dgm:prSet/>
      <dgm:spPr/>
      <dgm:t>
        <a:bodyPr/>
        <a:lstStyle/>
        <a:p>
          <a:endParaRPr lang="en-US"/>
        </a:p>
      </dgm:t>
    </dgm:pt>
    <dgm:pt modelId="{87AFB0B1-D2E9-4AA8-B3A7-317F0D79E6B7}" type="sibTrans" cxnId="{66E9E902-0B53-4996-96FB-EEF49EE6FC47}">
      <dgm:prSet/>
      <dgm:spPr/>
      <dgm:t>
        <a:bodyPr/>
        <a:lstStyle/>
        <a:p>
          <a:endParaRPr lang="en-US"/>
        </a:p>
      </dgm:t>
    </dgm:pt>
    <dgm:pt modelId="{8B0A72C8-0502-4AF0-BB37-0F435FCB138C}" type="pres">
      <dgm:prSet presAssocID="{BDC9D99B-9C72-42EB-9E11-189B19E01036}" presName="linear" presStyleCnt="0">
        <dgm:presLayoutVars>
          <dgm:animLvl val="lvl"/>
          <dgm:resizeHandles val="exact"/>
        </dgm:presLayoutVars>
      </dgm:prSet>
      <dgm:spPr/>
    </dgm:pt>
    <dgm:pt modelId="{30DD30C0-9E27-445A-A8A2-154657850F82}" type="pres">
      <dgm:prSet presAssocID="{3E2AF166-C157-4FE4-AFD6-90A0B27AE1C8}" presName="parentText" presStyleLbl="node1" presStyleIdx="0" presStyleCnt="5">
        <dgm:presLayoutVars>
          <dgm:chMax val="0"/>
          <dgm:bulletEnabled val="1"/>
        </dgm:presLayoutVars>
      </dgm:prSet>
      <dgm:spPr/>
    </dgm:pt>
    <dgm:pt modelId="{9173C21A-96AA-4FFA-89FA-B96E084EEA86}" type="pres">
      <dgm:prSet presAssocID="{67144281-A1A1-44FA-BF23-03584727D48A}" presName="spacer" presStyleCnt="0"/>
      <dgm:spPr/>
    </dgm:pt>
    <dgm:pt modelId="{A4772292-80A4-4F25-BB74-BEE307F41CE6}" type="pres">
      <dgm:prSet presAssocID="{82C8910F-72AB-44E7-8F87-A352430515E2}" presName="parentText" presStyleLbl="node1" presStyleIdx="1" presStyleCnt="5">
        <dgm:presLayoutVars>
          <dgm:chMax val="0"/>
          <dgm:bulletEnabled val="1"/>
        </dgm:presLayoutVars>
      </dgm:prSet>
      <dgm:spPr/>
    </dgm:pt>
    <dgm:pt modelId="{D5B030D0-950A-4BA0-A37A-B20818B249CB}" type="pres">
      <dgm:prSet presAssocID="{82C8910F-72AB-44E7-8F87-A352430515E2}" presName="childText" presStyleLbl="revTx" presStyleIdx="0" presStyleCnt="3">
        <dgm:presLayoutVars>
          <dgm:bulletEnabled val="1"/>
        </dgm:presLayoutVars>
      </dgm:prSet>
      <dgm:spPr/>
    </dgm:pt>
    <dgm:pt modelId="{0524729A-D4ED-4495-9019-DD447D4EDBA7}" type="pres">
      <dgm:prSet presAssocID="{ED5E8A59-255D-42AA-9E0B-59FAFF644FA1}" presName="parentText" presStyleLbl="node1" presStyleIdx="2" presStyleCnt="5">
        <dgm:presLayoutVars>
          <dgm:chMax val="0"/>
          <dgm:bulletEnabled val="1"/>
        </dgm:presLayoutVars>
      </dgm:prSet>
      <dgm:spPr/>
    </dgm:pt>
    <dgm:pt modelId="{65344AF2-A226-4290-BA54-38D90FA0922F}" type="pres">
      <dgm:prSet presAssocID="{ED5E8A59-255D-42AA-9E0B-59FAFF644FA1}" presName="childText" presStyleLbl="revTx" presStyleIdx="1" presStyleCnt="3">
        <dgm:presLayoutVars>
          <dgm:bulletEnabled val="1"/>
        </dgm:presLayoutVars>
      </dgm:prSet>
      <dgm:spPr/>
    </dgm:pt>
    <dgm:pt modelId="{DF95F7C4-3841-49E4-BBA1-BE3C0E2FC8BF}" type="pres">
      <dgm:prSet presAssocID="{C0782602-7E9A-4A24-B051-AF9C66EB1E06}" presName="parentText" presStyleLbl="node1" presStyleIdx="3" presStyleCnt="5">
        <dgm:presLayoutVars>
          <dgm:chMax val="0"/>
          <dgm:bulletEnabled val="1"/>
        </dgm:presLayoutVars>
      </dgm:prSet>
      <dgm:spPr/>
    </dgm:pt>
    <dgm:pt modelId="{9B52447D-0638-49E4-9A17-5279C0454AF6}" type="pres">
      <dgm:prSet presAssocID="{C0782602-7E9A-4A24-B051-AF9C66EB1E06}" presName="childText" presStyleLbl="revTx" presStyleIdx="2" presStyleCnt="3">
        <dgm:presLayoutVars>
          <dgm:bulletEnabled val="1"/>
        </dgm:presLayoutVars>
      </dgm:prSet>
      <dgm:spPr/>
    </dgm:pt>
    <dgm:pt modelId="{2B29D59D-F245-476A-B350-5E891130771A}" type="pres">
      <dgm:prSet presAssocID="{6268706A-99A4-4AC9-A388-5A7316E55F26}" presName="parentText" presStyleLbl="node1" presStyleIdx="4" presStyleCnt="5">
        <dgm:presLayoutVars>
          <dgm:chMax val="0"/>
          <dgm:bulletEnabled val="1"/>
        </dgm:presLayoutVars>
      </dgm:prSet>
      <dgm:spPr/>
    </dgm:pt>
  </dgm:ptLst>
  <dgm:cxnLst>
    <dgm:cxn modelId="{66E9E902-0B53-4996-96FB-EEF49EE6FC47}" srcId="{BDC9D99B-9C72-42EB-9E11-189B19E01036}" destId="{6268706A-99A4-4AC9-A388-5A7316E55F26}" srcOrd="4" destOrd="0" parTransId="{548FD8A3-4EBD-4934-AC76-AB536A09DB7D}" sibTransId="{87AFB0B1-D2E9-4AA8-B3A7-317F0D79E6B7}"/>
    <dgm:cxn modelId="{113D7014-A31B-4410-A80B-9A6EEE4FC580}" type="presOf" srcId="{C0782602-7E9A-4A24-B051-AF9C66EB1E06}" destId="{DF95F7C4-3841-49E4-BBA1-BE3C0E2FC8BF}" srcOrd="0" destOrd="0" presId="urn:microsoft.com/office/officeart/2005/8/layout/vList2"/>
    <dgm:cxn modelId="{9116C41E-3BC5-4CBC-A0C0-F9FCD0A7BE88}" type="presOf" srcId="{DD097B1C-9BDF-44B3-B7F0-98B7B3C46203}" destId="{65344AF2-A226-4290-BA54-38D90FA0922F}" srcOrd="0" destOrd="0" presId="urn:microsoft.com/office/officeart/2005/8/layout/vList2"/>
    <dgm:cxn modelId="{F1B8E32B-CC77-4664-A508-518D78C0F346}" type="presOf" srcId="{3E2AF166-C157-4FE4-AFD6-90A0B27AE1C8}" destId="{30DD30C0-9E27-445A-A8A2-154657850F82}" srcOrd="0" destOrd="0" presId="urn:microsoft.com/office/officeart/2005/8/layout/vList2"/>
    <dgm:cxn modelId="{DEC6AF34-0659-400D-A3BD-CB7ACB35DB4B}" srcId="{ED5E8A59-255D-42AA-9E0B-59FAFF644FA1}" destId="{DD097B1C-9BDF-44B3-B7F0-98B7B3C46203}" srcOrd="0" destOrd="0" parTransId="{86C4D353-8DB8-46F4-BF8E-FB0EAB33EA44}" sibTransId="{5B3057A5-5AD6-4BB1-B642-A5C610818F02}"/>
    <dgm:cxn modelId="{F8B9AB6B-CC53-41A1-9CE6-05558208A73A}" type="presOf" srcId="{ED5E8A59-255D-42AA-9E0B-59FAFF644FA1}" destId="{0524729A-D4ED-4495-9019-DD447D4EDBA7}" srcOrd="0" destOrd="0" presId="urn:microsoft.com/office/officeart/2005/8/layout/vList2"/>
    <dgm:cxn modelId="{0E316352-DF71-4765-BE67-225CBCA34E61}" type="presOf" srcId="{82C8910F-72AB-44E7-8F87-A352430515E2}" destId="{A4772292-80A4-4F25-BB74-BEE307F41CE6}" srcOrd="0" destOrd="0" presId="urn:microsoft.com/office/officeart/2005/8/layout/vList2"/>
    <dgm:cxn modelId="{98FCF456-B969-4551-BA5B-150E8A87B827}" srcId="{BDC9D99B-9C72-42EB-9E11-189B19E01036}" destId="{82C8910F-72AB-44E7-8F87-A352430515E2}" srcOrd="1" destOrd="0" parTransId="{02CC3E30-F8FF-4AED-A3B3-B94D1E910CDB}" sibTransId="{411FD634-FCAE-4F6A-B97C-19731FA647FE}"/>
    <dgm:cxn modelId="{A341367A-95F3-4438-80CA-F2E89C79958D}" srcId="{BDC9D99B-9C72-42EB-9E11-189B19E01036}" destId="{C0782602-7E9A-4A24-B051-AF9C66EB1E06}" srcOrd="3" destOrd="0" parTransId="{D2122B1C-9621-4670-8561-A5DCAE21897E}" sibTransId="{548630D0-793F-4494-A45D-B161E58734AC}"/>
    <dgm:cxn modelId="{B3DEE85A-6A6E-4516-BCCB-93237BDF4511}" type="presOf" srcId="{BDC9D99B-9C72-42EB-9E11-189B19E01036}" destId="{8B0A72C8-0502-4AF0-BB37-0F435FCB138C}" srcOrd="0" destOrd="0" presId="urn:microsoft.com/office/officeart/2005/8/layout/vList2"/>
    <dgm:cxn modelId="{BD5B378B-02D4-4FC2-9EB0-35DD2F921961}" srcId="{C0782602-7E9A-4A24-B051-AF9C66EB1E06}" destId="{0B46A3A4-4F4D-4C17-A3F0-391EBAF8FEF1}" srcOrd="0" destOrd="0" parTransId="{EEC406ED-249A-445D-8AB4-94CCE214B004}" sibTransId="{AB616C36-0F41-4B4E-B523-20DF435CFA4D}"/>
    <dgm:cxn modelId="{2F53B296-D4C8-4281-8DCD-24A14A66C82D}" srcId="{BDC9D99B-9C72-42EB-9E11-189B19E01036}" destId="{ED5E8A59-255D-42AA-9E0B-59FAFF644FA1}" srcOrd="2" destOrd="0" parTransId="{700D1D4E-B6D2-49DE-9485-0AFC1DDB69A4}" sibTransId="{112F2ED7-546A-4168-976A-A8427C13A7B8}"/>
    <dgm:cxn modelId="{0E4F52C8-D5FE-4502-809C-711F7B3DA4EB}" type="presOf" srcId="{0B46A3A4-4F4D-4C17-A3F0-391EBAF8FEF1}" destId="{9B52447D-0638-49E4-9A17-5279C0454AF6}" srcOrd="0" destOrd="0" presId="urn:microsoft.com/office/officeart/2005/8/layout/vList2"/>
    <dgm:cxn modelId="{51F723EB-96C6-481B-85A8-66FC1EBF225B}" type="presOf" srcId="{744CC231-83DF-493F-87EC-30C3AC3FDD4F}" destId="{D5B030D0-950A-4BA0-A37A-B20818B249CB}" srcOrd="0" destOrd="0" presId="urn:microsoft.com/office/officeart/2005/8/layout/vList2"/>
    <dgm:cxn modelId="{0FB835F7-5AB8-44B7-BFCD-CCBFB3DEF73E}" srcId="{BDC9D99B-9C72-42EB-9E11-189B19E01036}" destId="{3E2AF166-C157-4FE4-AFD6-90A0B27AE1C8}" srcOrd="0" destOrd="0" parTransId="{1EB0D7C7-927E-4E5E-B788-55F1570898CF}" sibTransId="{67144281-A1A1-44FA-BF23-03584727D48A}"/>
    <dgm:cxn modelId="{30065ED8-B44B-48C9-82E6-860895C2A2F2}" type="presOf" srcId="{6268706A-99A4-4AC9-A388-5A7316E55F26}" destId="{2B29D59D-F245-476A-B350-5E891130771A}" srcOrd="0" destOrd="0" presId="urn:microsoft.com/office/officeart/2005/8/layout/vList2"/>
    <dgm:cxn modelId="{9B031EFA-CF5A-41C8-80C8-3EE12B457EF1}" srcId="{82C8910F-72AB-44E7-8F87-A352430515E2}" destId="{744CC231-83DF-493F-87EC-30C3AC3FDD4F}" srcOrd="0" destOrd="0" parTransId="{FE21D4D2-0683-467D-9B66-501A2E6070F9}" sibTransId="{F04A8392-B679-47B6-A79D-EF22A38BDFE9}"/>
    <dgm:cxn modelId="{5488D39C-64ED-4126-843D-2F302B50F6CC}" type="presParOf" srcId="{8B0A72C8-0502-4AF0-BB37-0F435FCB138C}" destId="{30DD30C0-9E27-445A-A8A2-154657850F82}" srcOrd="0" destOrd="0" presId="urn:microsoft.com/office/officeart/2005/8/layout/vList2"/>
    <dgm:cxn modelId="{9608182C-E8E0-452E-A9AF-35C17F2C7B64}" type="presParOf" srcId="{8B0A72C8-0502-4AF0-BB37-0F435FCB138C}" destId="{9173C21A-96AA-4FFA-89FA-B96E084EEA86}" srcOrd="1" destOrd="0" presId="urn:microsoft.com/office/officeart/2005/8/layout/vList2"/>
    <dgm:cxn modelId="{5AC3DB16-3B67-4165-BE61-D3C3C06108DB}" type="presParOf" srcId="{8B0A72C8-0502-4AF0-BB37-0F435FCB138C}" destId="{A4772292-80A4-4F25-BB74-BEE307F41CE6}" srcOrd="2" destOrd="0" presId="urn:microsoft.com/office/officeart/2005/8/layout/vList2"/>
    <dgm:cxn modelId="{DC256B55-4D8F-48F6-80BD-AC89BF6BB61F}" type="presParOf" srcId="{8B0A72C8-0502-4AF0-BB37-0F435FCB138C}" destId="{D5B030D0-950A-4BA0-A37A-B20818B249CB}" srcOrd="3" destOrd="0" presId="urn:microsoft.com/office/officeart/2005/8/layout/vList2"/>
    <dgm:cxn modelId="{C35A3C57-9F10-429F-8BEE-C5453B9F501B}" type="presParOf" srcId="{8B0A72C8-0502-4AF0-BB37-0F435FCB138C}" destId="{0524729A-D4ED-4495-9019-DD447D4EDBA7}" srcOrd="4" destOrd="0" presId="urn:microsoft.com/office/officeart/2005/8/layout/vList2"/>
    <dgm:cxn modelId="{071D2C54-961D-478C-9CF0-F6961E401691}" type="presParOf" srcId="{8B0A72C8-0502-4AF0-BB37-0F435FCB138C}" destId="{65344AF2-A226-4290-BA54-38D90FA0922F}" srcOrd="5" destOrd="0" presId="urn:microsoft.com/office/officeart/2005/8/layout/vList2"/>
    <dgm:cxn modelId="{A1C3751F-4BBF-45ED-B762-29800089723C}" type="presParOf" srcId="{8B0A72C8-0502-4AF0-BB37-0F435FCB138C}" destId="{DF95F7C4-3841-49E4-BBA1-BE3C0E2FC8BF}" srcOrd="6" destOrd="0" presId="urn:microsoft.com/office/officeart/2005/8/layout/vList2"/>
    <dgm:cxn modelId="{34F679F5-C651-462E-8F00-F12BADD111CC}" type="presParOf" srcId="{8B0A72C8-0502-4AF0-BB37-0F435FCB138C}" destId="{9B52447D-0638-49E4-9A17-5279C0454AF6}" srcOrd="7" destOrd="0" presId="urn:microsoft.com/office/officeart/2005/8/layout/vList2"/>
    <dgm:cxn modelId="{19CCCE58-CDEF-47A3-B245-3CBE4A537693}" type="presParOf" srcId="{8B0A72C8-0502-4AF0-BB37-0F435FCB138C}" destId="{2B29D59D-F245-476A-B350-5E891130771A}" srcOrd="8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13786DF-C529-4DFB-9E5C-AF19967AD842}">
      <dsp:nvSpPr>
        <dsp:cNvPr id="0" name=""/>
        <dsp:cNvSpPr/>
      </dsp:nvSpPr>
      <dsp:spPr>
        <a:xfrm>
          <a:off x="0" y="53943"/>
          <a:ext cx="4690291" cy="417690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Project Overview</a:t>
          </a:r>
        </a:p>
      </dsp:txBody>
      <dsp:txXfrm>
        <a:off x="20390" y="74333"/>
        <a:ext cx="4649511" cy="376910"/>
      </dsp:txXfrm>
    </dsp:sp>
    <dsp:sp modelId="{FE8432FC-CAA3-4106-845A-65741B01A7FA}">
      <dsp:nvSpPr>
        <dsp:cNvPr id="0" name=""/>
        <dsp:cNvSpPr/>
      </dsp:nvSpPr>
      <dsp:spPr>
        <a:xfrm>
          <a:off x="0" y="520593"/>
          <a:ext cx="4690291" cy="417690"/>
        </a:xfrm>
        <a:prstGeom prst="roundRect">
          <a:avLst/>
        </a:prstGeom>
        <a:solidFill>
          <a:schemeClr val="accent5">
            <a:hueOff val="-1736021"/>
            <a:satOff val="-118"/>
            <a:lumOff val="28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Database Structure</a:t>
          </a:r>
        </a:p>
      </dsp:txBody>
      <dsp:txXfrm>
        <a:off x="20390" y="540983"/>
        <a:ext cx="4649511" cy="376910"/>
      </dsp:txXfrm>
    </dsp:sp>
    <dsp:sp modelId="{25746BB5-3155-4B0D-82EF-FAD1152278A7}">
      <dsp:nvSpPr>
        <dsp:cNvPr id="0" name=""/>
        <dsp:cNvSpPr/>
      </dsp:nvSpPr>
      <dsp:spPr>
        <a:xfrm>
          <a:off x="0" y="987244"/>
          <a:ext cx="4690291" cy="417690"/>
        </a:xfrm>
        <a:prstGeom prst="roundRect">
          <a:avLst/>
        </a:prstGeom>
        <a:solidFill>
          <a:schemeClr val="accent5">
            <a:hueOff val="-3472043"/>
            <a:satOff val="-236"/>
            <a:lumOff val="56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Prep Tasks</a:t>
          </a:r>
        </a:p>
      </dsp:txBody>
      <dsp:txXfrm>
        <a:off x="20390" y="1007634"/>
        <a:ext cx="4649511" cy="376910"/>
      </dsp:txXfrm>
    </dsp:sp>
    <dsp:sp modelId="{0D8A274A-CB40-4506-BFFA-27F3DB6AFF27}">
      <dsp:nvSpPr>
        <dsp:cNvPr id="0" name=""/>
        <dsp:cNvSpPr/>
      </dsp:nvSpPr>
      <dsp:spPr>
        <a:xfrm>
          <a:off x="0" y="1453893"/>
          <a:ext cx="4690291" cy="417690"/>
        </a:xfrm>
        <a:prstGeom prst="roundRect">
          <a:avLst/>
        </a:prstGeom>
        <a:solidFill>
          <a:schemeClr val="accent5">
            <a:hueOff val="-5208064"/>
            <a:satOff val="-354"/>
            <a:lumOff val="84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Task 1: Increase All Customers’ Age by 1</a:t>
          </a:r>
        </a:p>
      </dsp:txBody>
      <dsp:txXfrm>
        <a:off x="20390" y="1474283"/>
        <a:ext cx="4649511" cy="376910"/>
      </dsp:txXfrm>
    </dsp:sp>
    <dsp:sp modelId="{BC1733C1-26B9-4991-9BC9-2B39D3CF32B6}">
      <dsp:nvSpPr>
        <dsp:cNvPr id="0" name=""/>
        <dsp:cNvSpPr/>
      </dsp:nvSpPr>
      <dsp:spPr>
        <a:xfrm>
          <a:off x="0" y="1920543"/>
          <a:ext cx="4690291" cy="417690"/>
        </a:xfrm>
        <a:prstGeom prst="roundRect">
          <a:avLst/>
        </a:prstGeom>
        <a:solidFill>
          <a:schemeClr val="accent5">
            <a:hueOff val="-6944086"/>
            <a:satOff val="-472"/>
            <a:lumOff val="1121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Task 2: Reduce a Product’s Stock After Purchase</a:t>
          </a:r>
        </a:p>
      </dsp:txBody>
      <dsp:txXfrm>
        <a:off x="20390" y="1940933"/>
        <a:ext cx="4649511" cy="376910"/>
      </dsp:txXfrm>
    </dsp:sp>
    <dsp:sp modelId="{D4ACC9A5-721E-4880-9D45-C143D260BFB7}">
      <dsp:nvSpPr>
        <dsp:cNvPr id="0" name=""/>
        <dsp:cNvSpPr/>
      </dsp:nvSpPr>
      <dsp:spPr>
        <a:xfrm>
          <a:off x="0" y="2387193"/>
          <a:ext cx="4690291" cy="417690"/>
        </a:xfrm>
        <a:prstGeom prst="roundRect">
          <a:avLst/>
        </a:prstGeom>
        <a:solidFill>
          <a:schemeClr val="accent5">
            <a:hueOff val="-8680107"/>
            <a:satOff val="-590"/>
            <a:lumOff val="1401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Task 3: Premium Customer Emails</a:t>
          </a:r>
        </a:p>
      </dsp:txBody>
      <dsp:txXfrm>
        <a:off x="20390" y="2407583"/>
        <a:ext cx="4649511" cy="376910"/>
      </dsp:txXfrm>
    </dsp:sp>
    <dsp:sp modelId="{9A025C7C-C896-4D3D-9E42-ADC000DEAD6E}">
      <dsp:nvSpPr>
        <dsp:cNvPr id="0" name=""/>
        <dsp:cNvSpPr/>
      </dsp:nvSpPr>
      <dsp:spPr>
        <a:xfrm>
          <a:off x="0" y="2853843"/>
          <a:ext cx="4690291" cy="417690"/>
        </a:xfrm>
        <a:prstGeom prst="roundRect">
          <a:avLst/>
        </a:prstGeom>
        <a:solidFill>
          <a:schemeClr val="accent5">
            <a:hueOff val="-10416129"/>
            <a:satOff val="-708"/>
            <a:lumOff val="1681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Task 4: Refunded Orders in Last 30 Days</a:t>
          </a:r>
        </a:p>
      </dsp:txBody>
      <dsp:txXfrm>
        <a:off x="20390" y="2874233"/>
        <a:ext cx="4649511" cy="376910"/>
      </dsp:txXfrm>
    </dsp:sp>
    <dsp:sp modelId="{0F88C10D-8E1C-4175-830D-AE2A9F43B91C}">
      <dsp:nvSpPr>
        <dsp:cNvPr id="0" name=""/>
        <dsp:cNvSpPr/>
      </dsp:nvSpPr>
      <dsp:spPr>
        <a:xfrm>
          <a:off x="0" y="3320494"/>
          <a:ext cx="4690291" cy="417690"/>
        </a:xfrm>
        <a:prstGeom prst="roundRect">
          <a:avLst/>
        </a:prstGeom>
        <a:solidFill>
          <a:schemeClr val="accent5">
            <a:hueOff val="-12152150"/>
            <a:satOff val="-826"/>
            <a:lumOff val="1961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Task 5: Count Orders by Payment Status</a:t>
          </a:r>
        </a:p>
      </dsp:txBody>
      <dsp:txXfrm>
        <a:off x="20390" y="3340884"/>
        <a:ext cx="4649511" cy="37691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C6CB034-9EA9-46C4-8229-5452A637BAB2}">
      <dsp:nvSpPr>
        <dsp:cNvPr id="0" name=""/>
        <dsp:cNvSpPr/>
      </dsp:nvSpPr>
      <dsp:spPr>
        <a:xfrm>
          <a:off x="0" y="1969697"/>
          <a:ext cx="7886700" cy="1292334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568" tIns="99568" rIns="99568" bIns="99568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/>
            <a:t>Reference‑Style Workflow</a:t>
          </a:r>
          <a:r>
            <a:rPr lang="en-US" sz="1400" kern="1200"/>
            <a:t> - Generate large fake datasets with Python + Faker (100K+ customers, 50K+ products, 100K+ orders). - Intentionally create a small fraction of bad records (missing email, missing category, empty orders, invalid payment_status). - Run prep tasks to clean and normalize data. - Solve </a:t>
          </a:r>
          <a:r>
            <a:rPr lang="en-US" sz="1400" b="1" kern="1200"/>
            <a:t>11 MongoDB tasks</a:t>
          </a:r>
          <a:r>
            <a:rPr lang="en-US" sz="1400" kern="1200"/>
            <a:t> in mongosh. - For </a:t>
          </a:r>
          <a:r>
            <a:rPr lang="en-US" sz="1400" b="1" kern="1200"/>
            <a:t>every task</a:t>
          </a:r>
          <a:r>
            <a:rPr lang="en-US" sz="1400" kern="1200"/>
            <a:t>, run it </a:t>
          </a:r>
          <a:r>
            <a:rPr lang="en-US" sz="1400" b="1" kern="1200"/>
            <a:t>10 times</a:t>
          </a:r>
          <a:r>
            <a:rPr lang="en-US" sz="1400" kern="1200"/>
            <a:t> and compute its </a:t>
          </a:r>
          <a:r>
            <a:rPr lang="en-US" sz="1400" b="1" kern="1200"/>
            <a:t>average execution time</a:t>
          </a:r>
          <a:r>
            <a:rPr lang="en-US" sz="1400" kern="1200"/>
            <a:t>. - Deliverables: Solutions.txt, Python scripts, and screenshots.</a:t>
          </a:r>
        </a:p>
      </dsp:txBody>
      <dsp:txXfrm>
        <a:off x="0" y="1969697"/>
        <a:ext cx="7886700" cy="1292334"/>
      </dsp:txXfrm>
    </dsp:sp>
    <dsp:sp modelId="{01D45259-70A0-4B04-8FAC-40AD1856A466}">
      <dsp:nvSpPr>
        <dsp:cNvPr id="0" name=""/>
        <dsp:cNvSpPr/>
      </dsp:nvSpPr>
      <dsp:spPr>
        <a:xfrm rot="10800000">
          <a:off x="0" y="1471"/>
          <a:ext cx="7886700" cy="1987610"/>
        </a:xfrm>
        <a:prstGeom prst="upArrowCallout">
          <a:avLst/>
        </a:prstGeom>
        <a:solidFill>
          <a:schemeClr val="accent2">
            <a:hueOff val="6443614"/>
            <a:satOff val="-18493"/>
            <a:lumOff val="-29609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568" tIns="99568" rIns="99568" bIns="99568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/>
            <a:t>What We Are Doing</a:t>
          </a:r>
          <a:r>
            <a:rPr lang="en-US" sz="1400" kern="1200"/>
            <a:t> - Building an </a:t>
          </a:r>
          <a:r>
            <a:rPr lang="en-US" sz="1400" b="1" kern="1200"/>
            <a:t>online shopping system</a:t>
          </a:r>
          <a:r>
            <a:rPr lang="en-US" sz="1400" kern="1200"/>
            <a:t> in MongoDB with: - shopdb as the database, - customers, products, and orders as the core collections. - Focus on MongoDB: - CRUD operations, - Nested documents &amp; arrays, - Updates, aggregation, and </a:t>
          </a:r>
          <a:r>
            <a:rPr lang="en-US" sz="1400" b="1" kern="1200"/>
            <a:t>performance timing</a:t>
          </a:r>
          <a:r>
            <a:rPr lang="en-US" sz="1400" kern="1200"/>
            <a:t> of queries.</a:t>
          </a:r>
        </a:p>
      </dsp:txBody>
      <dsp:txXfrm rot="10800000">
        <a:off x="0" y="1471"/>
        <a:ext cx="7886700" cy="1291489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48928FA-0F1A-46B4-8441-B29E34C0F1C1}">
      <dsp:nvSpPr>
        <dsp:cNvPr id="0" name=""/>
        <dsp:cNvSpPr/>
      </dsp:nvSpPr>
      <dsp:spPr>
        <a:xfrm>
          <a:off x="750914" y="483382"/>
          <a:ext cx="1081248" cy="1081248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79C216B-AE1A-45CF-89C3-909343CE0493}">
      <dsp:nvSpPr>
        <dsp:cNvPr id="0" name=""/>
        <dsp:cNvSpPr/>
      </dsp:nvSpPr>
      <dsp:spPr>
        <a:xfrm>
          <a:off x="90151" y="1882501"/>
          <a:ext cx="2402775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600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b="1" kern="1200"/>
            <a:t>Customers</a:t>
          </a:r>
          <a:endParaRPr lang="en-US" sz="3600" kern="1200"/>
        </a:p>
      </dsp:txBody>
      <dsp:txXfrm>
        <a:off x="90151" y="1882501"/>
        <a:ext cx="2402775" cy="720000"/>
      </dsp:txXfrm>
    </dsp:sp>
    <dsp:sp modelId="{4124E679-A82C-4A9E-BC67-60EE4542592E}">
      <dsp:nvSpPr>
        <dsp:cNvPr id="0" name=""/>
        <dsp:cNvSpPr/>
      </dsp:nvSpPr>
      <dsp:spPr>
        <a:xfrm>
          <a:off x="3574175" y="483382"/>
          <a:ext cx="1081248" cy="1081248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4EA2908-BE85-4FF8-9982-B97E69FFFFC6}">
      <dsp:nvSpPr>
        <dsp:cNvPr id="0" name=""/>
        <dsp:cNvSpPr/>
      </dsp:nvSpPr>
      <dsp:spPr>
        <a:xfrm>
          <a:off x="2913412" y="1882501"/>
          <a:ext cx="2402775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600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b="1" kern="1200"/>
            <a:t>Products</a:t>
          </a:r>
          <a:endParaRPr lang="en-US" sz="3600" kern="1200"/>
        </a:p>
      </dsp:txBody>
      <dsp:txXfrm>
        <a:off x="2913412" y="1882501"/>
        <a:ext cx="2402775" cy="720000"/>
      </dsp:txXfrm>
    </dsp:sp>
    <dsp:sp modelId="{260E6990-C9BC-4DAA-97D5-6571B8449A99}">
      <dsp:nvSpPr>
        <dsp:cNvPr id="0" name=""/>
        <dsp:cNvSpPr/>
      </dsp:nvSpPr>
      <dsp:spPr>
        <a:xfrm>
          <a:off x="6397436" y="483382"/>
          <a:ext cx="1081248" cy="1081248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5E1DCF7-40D8-438E-9E28-D7F6D98F029C}">
      <dsp:nvSpPr>
        <dsp:cNvPr id="0" name=""/>
        <dsp:cNvSpPr/>
      </dsp:nvSpPr>
      <dsp:spPr>
        <a:xfrm>
          <a:off x="5736673" y="1882501"/>
          <a:ext cx="2402775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600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b="1" kern="1200"/>
            <a:t>Orders</a:t>
          </a:r>
          <a:endParaRPr lang="en-US" sz="3600" kern="1200"/>
        </a:p>
      </dsp:txBody>
      <dsp:txXfrm>
        <a:off x="5736673" y="1882501"/>
        <a:ext cx="2402775" cy="720000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958AB21-3CAB-4D17-A5B9-140BF7630983}">
      <dsp:nvSpPr>
        <dsp:cNvPr id="0" name=""/>
        <dsp:cNvSpPr/>
      </dsp:nvSpPr>
      <dsp:spPr>
        <a:xfrm>
          <a:off x="0" y="1698781"/>
          <a:ext cx="3968747" cy="1114584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008" tIns="64008" rIns="64008" bIns="64008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b="1" kern="1200"/>
            <a:t>Performance</a:t>
          </a:r>
          <a:r>
            <a:rPr lang="en-US" sz="900" kern="1200"/>
            <a:t> - For each task, ran </a:t>
          </a:r>
          <a:r>
            <a:rPr lang="en-US" sz="900" b="1" kern="1200"/>
            <a:t>10 executions</a:t>
          </a:r>
          <a:r>
            <a:rPr lang="en-US" sz="900" kern="1200"/>
            <a:t> and computed the </a:t>
          </a:r>
          <a:r>
            <a:rPr lang="en-US" sz="900" b="1" kern="1200"/>
            <a:t>average execution time</a:t>
          </a:r>
          <a:r>
            <a:rPr lang="en-US" sz="900" kern="1200"/>
            <a:t> to analyze query performance.</a:t>
          </a:r>
        </a:p>
      </dsp:txBody>
      <dsp:txXfrm>
        <a:off x="0" y="1698781"/>
        <a:ext cx="3968747" cy="1114584"/>
      </dsp:txXfrm>
    </dsp:sp>
    <dsp:sp modelId="{1D3CAD4A-F9CF-4AC1-AEEB-5A19BCE4C6E8}">
      <dsp:nvSpPr>
        <dsp:cNvPr id="0" name=""/>
        <dsp:cNvSpPr/>
      </dsp:nvSpPr>
      <dsp:spPr>
        <a:xfrm rot="10800000">
          <a:off x="0" y="1269"/>
          <a:ext cx="3968747" cy="1714231"/>
        </a:xfrm>
        <a:prstGeom prst="upArrowCallou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008" tIns="64008" rIns="64008" bIns="64008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b="1" kern="1200"/>
            <a:t>Data Generation &amp; Cleaning</a:t>
          </a:r>
          <a:r>
            <a:rPr lang="en-US" sz="900" kern="1200"/>
            <a:t> - Used Python + Faker to generate customers, products, and orders. - Introduced imperfect records (missing email, missing category, empty orders, invalid payment_status). - Performed MongoDB prep tasks: - Check counts (countDocuments). - Fix missing email → "unknown@example.com". - Fix missing category → "Misc". - Remove empty orders (items: []). - Normalize invalid payment_status → "pending".</a:t>
          </a:r>
        </a:p>
      </dsp:txBody>
      <dsp:txXfrm rot="10800000">
        <a:off x="0" y="1269"/>
        <a:ext cx="3968747" cy="1113856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0DD30C0-9E27-445A-A8A2-154657850F82}">
      <dsp:nvSpPr>
        <dsp:cNvPr id="0" name=""/>
        <dsp:cNvSpPr/>
      </dsp:nvSpPr>
      <dsp:spPr>
        <a:xfrm>
          <a:off x="0" y="140253"/>
          <a:ext cx="8229600" cy="399262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l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b="1" kern="1200"/>
            <a:t>Goal</a:t>
          </a:r>
          <a:r>
            <a:rPr lang="en-US" sz="1000" kern="1200"/>
            <a:t> - Choose one product with stock &gt; 0. - Reduce its stock by 1. - Reset the stock before </a:t>
          </a:r>
          <a:r>
            <a:rPr lang="en-US" sz="1000" b="1" kern="1200"/>
            <a:t>each timed run</a:t>
          </a:r>
          <a:r>
            <a:rPr lang="en-US" sz="1000" kern="1200"/>
            <a:t>.</a:t>
          </a:r>
        </a:p>
      </dsp:txBody>
      <dsp:txXfrm>
        <a:off x="19490" y="159743"/>
        <a:ext cx="8190620" cy="360282"/>
      </dsp:txXfrm>
    </dsp:sp>
    <dsp:sp modelId="{A4772292-80A4-4F25-BB74-BEE307F41CE6}">
      <dsp:nvSpPr>
        <dsp:cNvPr id="0" name=""/>
        <dsp:cNvSpPr/>
      </dsp:nvSpPr>
      <dsp:spPr>
        <a:xfrm>
          <a:off x="0" y="568315"/>
          <a:ext cx="8229600" cy="399262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l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b="1" kern="1200"/>
            <a:t>1. Find a suitable product ID</a:t>
          </a:r>
          <a:endParaRPr lang="en-US" sz="1000" kern="1200"/>
        </a:p>
      </dsp:txBody>
      <dsp:txXfrm>
        <a:off x="19490" y="587805"/>
        <a:ext cx="8190620" cy="360282"/>
      </dsp:txXfrm>
    </dsp:sp>
    <dsp:sp modelId="{D5B030D0-950A-4BA0-A37A-B20818B249CB}">
      <dsp:nvSpPr>
        <dsp:cNvPr id="0" name=""/>
        <dsp:cNvSpPr/>
      </dsp:nvSpPr>
      <dsp:spPr>
        <a:xfrm>
          <a:off x="0" y="967578"/>
          <a:ext cx="8229600" cy="4761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1290" tIns="12700" rIns="71120" bIns="12700" numCol="1" spcCol="1270" anchor="t" anchorCtr="0">
          <a:noAutofit/>
        </a:bodyPr>
        <a:lstStyle/>
        <a:p>
          <a:pPr marL="57150" lvl="1" indent="-57150" algn="l" defTabSz="3556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800" kern="1200"/>
            <a:t>db.products.findOne(</a:t>
          </a:r>
          <a:br>
            <a:rPr lang="en-US" sz="800" kern="1200"/>
          </a:br>
          <a:r>
            <a:rPr lang="en-US" sz="800" kern="1200"/>
            <a:t>  { stock: { $gt: 0 } },</a:t>
          </a:r>
          <a:br>
            <a:rPr lang="en-US" sz="800" kern="1200"/>
          </a:br>
          <a:r>
            <a:rPr lang="en-US" sz="800" kern="1200"/>
            <a:t>  { projection: { _id: 1, name: 1, stock: 1 } }</a:t>
          </a:r>
          <a:br>
            <a:rPr lang="en-US" sz="800" kern="1200"/>
          </a:br>
          <a:r>
            <a:rPr lang="en-US" sz="800" kern="1200"/>
            <a:t>)</a:t>
          </a:r>
        </a:p>
      </dsp:txBody>
      <dsp:txXfrm>
        <a:off x="0" y="967578"/>
        <a:ext cx="8229600" cy="476100"/>
      </dsp:txXfrm>
    </dsp:sp>
    <dsp:sp modelId="{0524729A-D4ED-4495-9019-DD447D4EDBA7}">
      <dsp:nvSpPr>
        <dsp:cNvPr id="0" name=""/>
        <dsp:cNvSpPr/>
      </dsp:nvSpPr>
      <dsp:spPr>
        <a:xfrm>
          <a:off x="0" y="1443678"/>
          <a:ext cx="8229600" cy="399262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l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b="1" kern="1200"/>
            <a:t>2. Reduce stock by 1</a:t>
          </a:r>
          <a:br>
            <a:rPr lang="en-US" sz="1000" kern="1200"/>
          </a:br>
          <a:r>
            <a:rPr lang="en-US" sz="1000" kern="1200"/>
            <a:t>(Example with _id: 2001)</a:t>
          </a:r>
        </a:p>
      </dsp:txBody>
      <dsp:txXfrm>
        <a:off x="19490" y="1463168"/>
        <a:ext cx="8190620" cy="360282"/>
      </dsp:txXfrm>
    </dsp:sp>
    <dsp:sp modelId="{65344AF2-A226-4290-BA54-38D90FA0922F}">
      <dsp:nvSpPr>
        <dsp:cNvPr id="0" name=""/>
        <dsp:cNvSpPr/>
      </dsp:nvSpPr>
      <dsp:spPr>
        <a:xfrm>
          <a:off x="0" y="1842940"/>
          <a:ext cx="8229600" cy="4761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1290" tIns="12700" rIns="71120" bIns="12700" numCol="1" spcCol="1270" anchor="t" anchorCtr="0">
          <a:noAutofit/>
        </a:bodyPr>
        <a:lstStyle/>
        <a:p>
          <a:pPr marL="57150" lvl="1" indent="-57150" algn="l" defTabSz="3556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800" kern="1200"/>
            <a:t>db.products.updateOne(</a:t>
          </a:r>
          <a:br>
            <a:rPr lang="en-US" sz="800" kern="1200"/>
          </a:br>
          <a:r>
            <a:rPr lang="en-US" sz="800" kern="1200"/>
            <a:t>  { _id: 2001 },</a:t>
          </a:r>
          <a:br>
            <a:rPr lang="en-US" sz="800" kern="1200"/>
          </a:br>
          <a:r>
            <a:rPr lang="en-US" sz="800" kern="1200"/>
            <a:t>  { $inc: { stock: -1 } }</a:t>
          </a:r>
          <a:br>
            <a:rPr lang="en-US" sz="800" kern="1200"/>
          </a:br>
          <a:r>
            <a:rPr lang="en-US" sz="800" kern="1200"/>
            <a:t>)</a:t>
          </a:r>
        </a:p>
      </dsp:txBody>
      <dsp:txXfrm>
        <a:off x="0" y="1842940"/>
        <a:ext cx="8229600" cy="476100"/>
      </dsp:txXfrm>
    </dsp:sp>
    <dsp:sp modelId="{DF95F7C4-3841-49E4-BBA1-BE3C0E2FC8BF}">
      <dsp:nvSpPr>
        <dsp:cNvPr id="0" name=""/>
        <dsp:cNvSpPr/>
      </dsp:nvSpPr>
      <dsp:spPr>
        <a:xfrm>
          <a:off x="0" y="2319040"/>
          <a:ext cx="8229600" cy="399262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l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b="1" kern="1200"/>
            <a:t>3. Reset stock before next timed run</a:t>
          </a:r>
          <a:br>
            <a:rPr lang="en-US" sz="1000" kern="1200"/>
          </a:br>
          <a:r>
            <a:rPr lang="en-US" sz="1000" kern="1200"/>
            <a:t>(Example: stock originally 50)</a:t>
          </a:r>
        </a:p>
      </dsp:txBody>
      <dsp:txXfrm>
        <a:off x="19490" y="2338530"/>
        <a:ext cx="8190620" cy="360282"/>
      </dsp:txXfrm>
    </dsp:sp>
    <dsp:sp modelId="{9B52447D-0638-49E4-9A17-5279C0454AF6}">
      <dsp:nvSpPr>
        <dsp:cNvPr id="0" name=""/>
        <dsp:cNvSpPr/>
      </dsp:nvSpPr>
      <dsp:spPr>
        <a:xfrm>
          <a:off x="0" y="2718303"/>
          <a:ext cx="8229600" cy="4761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1290" tIns="12700" rIns="71120" bIns="12700" numCol="1" spcCol="1270" anchor="t" anchorCtr="0">
          <a:noAutofit/>
        </a:bodyPr>
        <a:lstStyle/>
        <a:p>
          <a:pPr marL="57150" lvl="1" indent="-57150" algn="l" defTabSz="3556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800" kern="1200"/>
            <a:t>db.products.updateOne(</a:t>
          </a:r>
          <a:br>
            <a:rPr lang="en-US" sz="800" kern="1200"/>
          </a:br>
          <a:r>
            <a:rPr lang="en-US" sz="800" kern="1200"/>
            <a:t>  { _id: 2001 },</a:t>
          </a:r>
          <a:br>
            <a:rPr lang="en-US" sz="800" kern="1200"/>
          </a:br>
          <a:r>
            <a:rPr lang="en-US" sz="800" kern="1200"/>
            <a:t>  { $set: { stock: 50 } }</a:t>
          </a:r>
          <a:br>
            <a:rPr lang="en-US" sz="800" kern="1200"/>
          </a:br>
          <a:r>
            <a:rPr lang="en-US" sz="800" kern="1200"/>
            <a:t>)</a:t>
          </a:r>
        </a:p>
      </dsp:txBody>
      <dsp:txXfrm>
        <a:off x="0" y="2718303"/>
        <a:ext cx="8229600" cy="476100"/>
      </dsp:txXfrm>
    </dsp:sp>
    <dsp:sp modelId="{2B29D59D-F245-476A-B350-5E891130771A}">
      <dsp:nvSpPr>
        <dsp:cNvPr id="0" name=""/>
        <dsp:cNvSpPr/>
      </dsp:nvSpPr>
      <dsp:spPr>
        <a:xfrm>
          <a:off x="0" y="3194403"/>
          <a:ext cx="8229600" cy="399262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l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b="1" kern="1200"/>
            <a:t>Timing note</a:t>
          </a:r>
          <a:r>
            <a:rPr lang="en-US" sz="1000" kern="1200"/>
            <a:t> - Timed this updateOne 10 times; average time shows typical single‑document‑update performance. Time (s): 0.0007655999856069684</a:t>
          </a:r>
        </a:p>
      </dsp:txBody>
      <dsp:txXfrm>
        <a:off x="19490" y="3213893"/>
        <a:ext cx="8190620" cy="36028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process4">
  <dgm:title val=""/>
  <dgm:desc val=""/>
  <dgm:catLst>
    <dgm:cat type="process" pri="16000"/>
    <dgm:cat type="list" pri="20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alg type="lin">
      <dgm:param type="linDir" val="fromB"/>
    </dgm:alg>
    <dgm:shape xmlns:r="http://schemas.openxmlformats.org/officeDocument/2006/relationships" r:blip="">
      <dgm:adjLst/>
    </dgm:shape>
    <dgm:presOf/>
    <dgm:constrLst>
      <dgm:constr type="h" for="ch" forName="boxAndChildren" refType="h"/>
      <dgm:constr type="h" for="ch" forName="arrowAndChildren" refType="h" refFor="ch" refForName="boxAndChildren" op="equ" fact="1.538"/>
      <dgm:constr type="w" for="ch" forName="arrowAndChildren" refType="w"/>
      <dgm:constr type="w" for="ch" forName="boxAndChildren" refType="w"/>
      <dgm:constr type="h" for="ch" forName="sp" refType="h" fact="-0.015"/>
      <dgm:constr type="primFontSz" for="des" forName="parentTextBox" val="65"/>
      <dgm:constr type="primFontSz" for="des" forName="parentTextArrow" refType="primFontSz" refFor="des" refForName="parentTextBox" op="equ"/>
      <dgm:constr type="primFontSz" for="des" forName="childTextArrow" val="65"/>
      <dgm:constr type="primFontSz" for="des" forName="childTextBox" refType="primFontSz" refFor="des" refForName="childTextArrow" op="equ"/>
    </dgm:constrLst>
    <dgm:ruleLst/>
    <dgm:forEach name="Name1" axis="ch" ptType="node" st="-1" step="-1">
      <dgm:choose name="Name2">
        <dgm:if name="Name3" axis="self" ptType="node" func="revPos" op="equ" val="1">
          <dgm:layoutNode name="boxAndChildren">
            <dgm:alg type="composite"/>
            <dgm:shape xmlns:r="http://schemas.openxmlformats.org/officeDocument/2006/relationships" r:blip="">
              <dgm:adjLst/>
            </dgm:shape>
            <dgm:presOf/>
            <dgm:choose name="Name4">
              <dgm:if name="Name5" axis="ch" ptType="node" func="cnt" op="gte" val="1">
                <dgm:constrLst>
                  <dgm:constr type="w" for="ch" forName="parentTextBox" refType="w"/>
                  <dgm:constr type="h" for="ch" forName="parentTextBox" refType="h" fact="0.54"/>
                  <dgm:constr type="t" for="ch" forName="parentTextBox"/>
                  <dgm:constr type="w" for="ch" forName="entireBox" refType="w"/>
                  <dgm:constr type="h" for="ch" forName="entireBox" refType="h"/>
                  <dgm:constr type="w" for="ch" forName="descendantBox" refType="w"/>
                  <dgm:constr type="b" for="ch" forName="descendantBox" refType="h" fact="0.98"/>
                  <dgm:constr type="h" for="ch" forName="descendantBox" refType="h" fact="0.46"/>
                </dgm:constrLst>
              </dgm:if>
              <dgm:else name="Name6">
                <dgm:constrLst>
                  <dgm:constr type="w" for="ch" forName="parentTextBox" refType="w"/>
                  <dgm:constr type="h" for="ch" forName="parentTextBox" refType="h"/>
                </dgm:constrLst>
              </dgm:else>
            </dgm:choose>
            <dgm:ruleLst/>
            <dgm:layoutNode name="parentTextBox">
              <dgm:alg type="tx"/>
              <dgm:choose name="Name7">
                <dgm:if name="Name8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9">
                  <dgm:shape xmlns:r="http://schemas.openxmlformats.org/officeDocument/2006/relationships" type="rec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10">
              <dgm:if name="Name11" axis="ch" ptType="node" func="cnt" op="gte" val="1">
                <dgm:layoutNode name="entireBox">
                  <dgm:alg type="sp"/>
                  <dgm:shape xmlns:r="http://schemas.openxmlformats.org/officeDocument/2006/relationships" type="rect" r:blip="">
                    <dgm:adjLst/>
                  </dgm:shape>
                  <dgm:presOf axis="self"/>
                  <dgm:constrLst/>
                  <dgm:ruleLst/>
                </dgm:layoutNode>
                <dgm:layoutNode name="descendantBox" styleLbl="fgAccFollowNode1">
                  <dgm:choose name="Name12">
                    <dgm:if name="Name13" func="var" arg="dir" op="equ" val="norm">
                      <dgm:alg type="lin"/>
                    </dgm:if>
                    <dgm:else name="Name14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Box" refType="w"/>
                    <dgm:constr type="h" for="ch" forName="childTextBox" refType="h"/>
                  </dgm:constrLst>
                  <dgm:ruleLst/>
                  <dgm:forEach name="Name15" axis="ch" ptType="node">
                    <dgm:layoutNode name="childTextBox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16"/>
            </dgm:choose>
          </dgm:layoutNode>
        </dgm:if>
        <dgm:else name="Name17">
          <dgm:layoutNode name="arrowAndChildren">
            <dgm:alg type="composite"/>
            <dgm:shape xmlns:r="http://schemas.openxmlformats.org/officeDocument/2006/relationships" r:blip="">
              <dgm:adjLst/>
            </dgm:shape>
            <dgm:presOf/>
            <dgm:choose name="Name18">
              <dgm:if name="Name19" axis="ch" ptType="node" func="cnt" op="gte" val="1">
                <dgm:constrLst>
                  <dgm:constr type="w" for="ch" forName="parentTextArrow" refType="w"/>
                  <dgm:constr type="t" for="ch" forName="parentTextArrow"/>
                  <dgm:constr type="h" for="ch" forName="parentTextArrow" refType="h" fact="0.351"/>
                  <dgm:constr type="w" for="ch" forName="arrow" refType="w"/>
                  <dgm:constr type="h" for="ch" forName="arrow" refType="h"/>
                  <dgm:constr type="w" for="ch" forName="descendantArrow" refType="w"/>
                  <dgm:constr type="b" for="ch" forName="descendantArrow" refType="h" fact="0.65"/>
                  <dgm:constr type="h" for="ch" forName="descendantArrow" refType="h" fact="0.299"/>
                </dgm:constrLst>
              </dgm:if>
              <dgm:else name="Name20">
                <dgm:constrLst>
                  <dgm:constr type="w" for="ch" forName="parentTextArrow" refType="w"/>
                  <dgm:constr type="h" for="ch" forName="parentTextArrow" refType="h"/>
                </dgm:constrLst>
              </dgm:else>
            </dgm:choose>
            <dgm:ruleLst/>
            <dgm:layoutNode name="parentTextArrow">
              <dgm:alg type="tx"/>
              <dgm:choose name="Name21">
                <dgm:if name="Name22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23">
                  <dgm:shape xmlns:r="http://schemas.openxmlformats.org/officeDocument/2006/relationships" rot="180" type="upArrowCallou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24">
              <dgm:if name="Name25" axis="ch" ptType="node" func="cnt" op="gte" val="1">
                <dgm:layoutNode name="arrow">
                  <dgm:alg type="sp"/>
                  <dgm:shape xmlns:r="http://schemas.openxmlformats.org/officeDocument/2006/relationships" rot="180" type="upArrowCallout" r:blip="">
                    <dgm:adjLst/>
                  </dgm:shape>
                  <dgm:presOf axis="self"/>
                  <dgm:constrLst/>
                  <dgm:ruleLst/>
                </dgm:layoutNode>
                <dgm:layoutNode name="descendantArrow">
                  <dgm:choose name="Name26">
                    <dgm:if name="Name27" func="var" arg="dir" op="equ" val="norm">
                      <dgm:alg type="lin"/>
                    </dgm:if>
                    <dgm:else name="Name28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Arrow" refType="w"/>
                    <dgm:constr type="h" for="ch" forName="childTextArrow" refType="h"/>
                  </dgm:constrLst>
                  <dgm:ruleLst/>
                  <dgm:forEach name="Name29" axis="ch" ptType="node">
                    <dgm:layoutNode name="childTextArrow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30"/>
            </dgm:choose>
          </dgm:layoutNode>
        </dgm:else>
      </dgm:choose>
      <dgm:forEach name="Name31" axis="precedSib" ptType="sibTrans" st="-1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process4">
  <dgm:title val=""/>
  <dgm:desc val=""/>
  <dgm:catLst>
    <dgm:cat type="process" pri="16000"/>
    <dgm:cat type="list" pri="20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alg type="lin">
      <dgm:param type="linDir" val="fromB"/>
    </dgm:alg>
    <dgm:shape xmlns:r="http://schemas.openxmlformats.org/officeDocument/2006/relationships" r:blip="">
      <dgm:adjLst/>
    </dgm:shape>
    <dgm:presOf/>
    <dgm:constrLst>
      <dgm:constr type="h" for="ch" forName="boxAndChildren" refType="h"/>
      <dgm:constr type="h" for="ch" forName="arrowAndChildren" refType="h" refFor="ch" refForName="boxAndChildren" op="equ" fact="1.538"/>
      <dgm:constr type="w" for="ch" forName="arrowAndChildren" refType="w"/>
      <dgm:constr type="w" for="ch" forName="boxAndChildren" refType="w"/>
      <dgm:constr type="h" for="ch" forName="sp" refType="h" fact="-0.015"/>
      <dgm:constr type="primFontSz" for="des" forName="parentTextBox" val="65"/>
      <dgm:constr type="primFontSz" for="des" forName="parentTextArrow" refType="primFontSz" refFor="des" refForName="parentTextBox" op="equ"/>
      <dgm:constr type="primFontSz" for="des" forName="childTextArrow" val="65"/>
      <dgm:constr type="primFontSz" for="des" forName="childTextBox" refType="primFontSz" refFor="des" refForName="childTextArrow" op="equ"/>
    </dgm:constrLst>
    <dgm:ruleLst/>
    <dgm:forEach name="Name1" axis="ch" ptType="node" st="-1" step="-1">
      <dgm:choose name="Name2">
        <dgm:if name="Name3" axis="self" ptType="node" func="revPos" op="equ" val="1">
          <dgm:layoutNode name="boxAndChildren">
            <dgm:alg type="composite"/>
            <dgm:shape xmlns:r="http://schemas.openxmlformats.org/officeDocument/2006/relationships" r:blip="">
              <dgm:adjLst/>
            </dgm:shape>
            <dgm:presOf/>
            <dgm:choose name="Name4">
              <dgm:if name="Name5" axis="ch" ptType="node" func="cnt" op="gte" val="1">
                <dgm:constrLst>
                  <dgm:constr type="w" for="ch" forName="parentTextBox" refType="w"/>
                  <dgm:constr type="h" for="ch" forName="parentTextBox" refType="h" fact="0.54"/>
                  <dgm:constr type="t" for="ch" forName="parentTextBox"/>
                  <dgm:constr type="w" for="ch" forName="entireBox" refType="w"/>
                  <dgm:constr type="h" for="ch" forName="entireBox" refType="h"/>
                  <dgm:constr type="w" for="ch" forName="descendantBox" refType="w"/>
                  <dgm:constr type="b" for="ch" forName="descendantBox" refType="h" fact="0.98"/>
                  <dgm:constr type="h" for="ch" forName="descendantBox" refType="h" fact="0.46"/>
                </dgm:constrLst>
              </dgm:if>
              <dgm:else name="Name6">
                <dgm:constrLst>
                  <dgm:constr type="w" for="ch" forName="parentTextBox" refType="w"/>
                  <dgm:constr type="h" for="ch" forName="parentTextBox" refType="h"/>
                </dgm:constrLst>
              </dgm:else>
            </dgm:choose>
            <dgm:ruleLst/>
            <dgm:layoutNode name="parentTextBox">
              <dgm:alg type="tx"/>
              <dgm:choose name="Name7">
                <dgm:if name="Name8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9">
                  <dgm:shape xmlns:r="http://schemas.openxmlformats.org/officeDocument/2006/relationships" type="rec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10">
              <dgm:if name="Name11" axis="ch" ptType="node" func="cnt" op="gte" val="1">
                <dgm:layoutNode name="entireBox">
                  <dgm:alg type="sp"/>
                  <dgm:shape xmlns:r="http://schemas.openxmlformats.org/officeDocument/2006/relationships" type="rect" r:blip="">
                    <dgm:adjLst/>
                  </dgm:shape>
                  <dgm:presOf axis="self"/>
                  <dgm:constrLst/>
                  <dgm:ruleLst/>
                </dgm:layoutNode>
                <dgm:layoutNode name="descendantBox" styleLbl="fgAccFollowNode1">
                  <dgm:choose name="Name12">
                    <dgm:if name="Name13" func="var" arg="dir" op="equ" val="norm">
                      <dgm:alg type="lin"/>
                    </dgm:if>
                    <dgm:else name="Name14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Box" refType="w"/>
                    <dgm:constr type="h" for="ch" forName="childTextBox" refType="h"/>
                  </dgm:constrLst>
                  <dgm:ruleLst/>
                  <dgm:forEach name="Name15" axis="ch" ptType="node">
                    <dgm:layoutNode name="childTextBox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16"/>
            </dgm:choose>
          </dgm:layoutNode>
        </dgm:if>
        <dgm:else name="Name17">
          <dgm:layoutNode name="arrowAndChildren">
            <dgm:alg type="composite"/>
            <dgm:shape xmlns:r="http://schemas.openxmlformats.org/officeDocument/2006/relationships" r:blip="">
              <dgm:adjLst/>
            </dgm:shape>
            <dgm:presOf/>
            <dgm:choose name="Name18">
              <dgm:if name="Name19" axis="ch" ptType="node" func="cnt" op="gte" val="1">
                <dgm:constrLst>
                  <dgm:constr type="w" for="ch" forName="parentTextArrow" refType="w"/>
                  <dgm:constr type="t" for="ch" forName="parentTextArrow"/>
                  <dgm:constr type="h" for="ch" forName="parentTextArrow" refType="h" fact="0.351"/>
                  <dgm:constr type="w" for="ch" forName="arrow" refType="w"/>
                  <dgm:constr type="h" for="ch" forName="arrow" refType="h"/>
                  <dgm:constr type="w" for="ch" forName="descendantArrow" refType="w"/>
                  <dgm:constr type="b" for="ch" forName="descendantArrow" refType="h" fact="0.65"/>
                  <dgm:constr type="h" for="ch" forName="descendantArrow" refType="h" fact="0.299"/>
                </dgm:constrLst>
              </dgm:if>
              <dgm:else name="Name20">
                <dgm:constrLst>
                  <dgm:constr type="w" for="ch" forName="parentTextArrow" refType="w"/>
                  <dgm:constr type="h" for="ch" forName="parentTextArrow" refType="h"/>
                </dgm:constrLst>
              </dgm:else>
            </dgm:choose>
            <dgm:ruleLst/>
            <dgm:layoutNode name="parentTextArrow">
              <dgm:alg type="tx"/>
              <dgm:choose name="Name21">
                <dgm:if name="Name22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23">
                  <dgm:shape xmlns:r="http://schemas.openxmlformats.org/officeDocument/2006/relationships" rot="180" type="upArrowCallou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24">
              <dgm:if name="Name25" axis="ch" ptType="node" func="cnt" op="gte" val="1">
                <dgm:layoutNode name="arrow">
                  <dgm:alg type="sp"/>
                  <dgm:shape xmlns:r="http://schemas.openxmlformats.org/officeDocument/2006/relationships" rot="180" type="upArrowCallout" r:blip="">
                    <dgm:adjLst/>
                  </dgm:shape>
                  <dgm:presOf axis="self"/>
                  <dgm:constrLst/>
                  <dgm:ruleLst/>
                </dgm:layoutNode>
                <dgm:layoutNode name="descendantArrow">
                  <dgm:choose name="Name26">
                    <dgm:if name="Name27" func="var" arg="dir" op="equ" val="norm">
                      <dgm:alg type="lin"/>
                    </dgm:if>
                    <dgm:else name="Name28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Arrow" refType="w"/>
                    <dgm:constr type="h" for="ch" forName="childTextArrow" refType="h"/>
                  </dgm:constrLst>
                  <dgm:ruleLst/>
                  <dgm:forEach name="Name29" axis="ch" ptType="node">
                    <dgm:layoutNode name="childTextArrow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30"/>
            </dgm:choose>
          </dgm:layoutNode>
        </dgm:else>
      </dgm:choose>
      <dgm:forEach name="Name31" axis="precedSib" ptType="sibTrans" st="-1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2D0CFD-007A-145B-EA16-07C5A786B5C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B69BFFF-4064-988C-2C08-58ABE9D93AC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9EE88B-CAA8-3EB9-30CA-2B2A4479CE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50A79E-88F5-AE14-25EF-932B7CA11D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C852E1-DF95-90AB-31A1-AE5598898B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14588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5840D1-30CA-835C-6F30-1CC099A197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BDDE19-75C4-F6A2-19CD-CB755F3CC0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C2C921-42CF-DF37-5358-07E6EDBAB6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58CF46-B26E-4FF8-586F-6D82EFCF12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066B3D-B18F-9F9B-EFED-7731354126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10057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805E1E-3FEA-A7A7-F793-57A204A222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276C2C2-4A9A-928E-B125-44E926594F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AA743E-5272-62B2-3504-9319531356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6FBCD0-3515-D61A-D382-4BD2D2E799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0482F6-2C0D-5300-64BF-1329A058CC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67538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B1EEB3-A34A-3C2C-1083-20CEE09158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9CEFCA-D9E4-CA1E-D134-D8172580B1E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4FA08DC-5724-EBC7-59F1-3E777DA4CC5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9FBB803-7774-A903-2326-F31988D212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816C3BB-15AA-7518-95A5-A8C2C1D971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C111A7A-D5D3-0FB5-C30B-5544674CE0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44291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BCB53D-39CE-DEB8-9FFE-629EA671B4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EA82B02-35C2-DBA1-DE61-C691CB8356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76D4880-F2B0-0BFF-7B65-8CECE28B52D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426F193-FD82-E202-30ED-B29F86E4D30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E2F0534-9308-D6AC-CF5C-45FA38ED817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D47BD57-0D27-A952-2529-5C9DFBD426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B43F301-8E27-E708-F914-8BF6EE4103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5492BD9-179B-9DCB-C6E2-DEB2A5D4FF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64874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64F8FB-1037-F014-22D2-1E7E23DE2D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4B06116-2260-259F-A73D-B9173E344A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70AB3E4-E32A-19FE-8109-591B3BDE17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C5894C0-9DE6-6698-E227-A4A8A55D67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61252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FB2B227-31DD-0E49-897B-F774EC2A04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D038CA8-F53E-CEBB-967E-A0E3F32E5B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CD0DFFB-276B-CEA9-999E-8F7EDA0F9A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52871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A1CFD3-9E44-462D-AA24-F88E9C3D9D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233D38-A9F0-4AA8-215F-A164648FD6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F9CEEA2-1F5E-6F56-FE91-04B288AB25F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B1E60E6-F185-BD13-9363-EBB1B62480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9600413-9A50-35F0-75DD-DFDB2AF5FB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2A81E68-D5B2-4CC2-2F2C-1F1FAFB496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81127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F6C7E3-08AE-C403-E2F7-68A25FB99E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A0ACD87-D7F8-A823-CD71-FF353BEF812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F7EA286-ECD4-E9B4-1AB7-F447F4E80DB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55110EE-7A10-7F2D-56EB-67DF0B1647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6EC33B9-8A51-346C-8DE6-EE2918DD40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2E445F-C980-F734-5081-100315406D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52699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87456C-0796-C0D5-2030-DAAD0875B7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96B41EE-9066-54D7-82AC-EF685FBD166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64567E-86E6-D322-2981-4984407776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16D853-539E-21DE-1A0E-50879628B1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75B3BA-4AA8-2A23-4F1A-CD8EF7FE94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64926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8985660-5FB7-B783-9A71-E9E5EC82842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9D97CC9-3B40-C8F5-00BB-B65F7CD04DF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953100-87E2-AD69-5645-9A8E1B2E36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4D5EA8-0B9A-2D65-A894-9003634F5F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9E548F-2296-E1A8-3B5D-31F846371A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61415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C9130D0-AAB9-DB0B-3589-F42EDC6A3E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F808354-F1F0-1907-6239-15F1D23DC79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351FCD-8FA8-025E-F21F-4043CC0C5D8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21640E-B46E-FF05-3A64-A7837B943D8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EAC788-9672-CE31-70B6-84C5E5C6922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24595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4.xml"/><Relationship Id="rId7" Type="http://schemas.microsoft.com/office/2007/relationships/diagramDrawing" Target="../diagrams/drawing4.xml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4.xml"/><Relationship Id="rId5" Type="http://schemas.openxmlformats.org/officeDocument/2006/relationships/diagramQuickStyle" Target="../diagrams/quickStyle4.xml"/><Relationship Id="rId4" Type="http://schemas.openxmlformats.org/officeDocument/2006/relationships/diagramLayout" Target="../diagrams/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>
            <a:extLst>
              <a:ext uri="{FF2B5EF4-FFF2-40B4-BE49-F238E27FC236}">
                <a16:creationId xmlns:a16="http://schemas.microsoft.com/office/drawing/2014/main" id="{489B7BFD-8F45-4093-AD9C-91B15B0503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31" name="Group 30">
            <a:extLst>
              <a:ext uri="{FF2B5EF4-FFF2-40B4-BE49-F238E27FC236}">
                <a16:creationId xmlns:a16="http://schemas.microsoft.com/office/drawing/2014/main" id="{042BC7E5-76DB-4826-8C07-4A49B6353F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1109666"/>
            <a:ext cx="1396390" cy="538135"/>
            <a:chOff x="0" y="1479558"/>
            <a:chExt cx="1861854" cy="717514"/>
          </a:xfrm>
          <a:solidFill>
            <a:schemeClr val="bg1"/>
          </a:solidFill>
        </p:grpSpPr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E16C8D8F-10E9-4498-ABDB-0F923F8B683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1479558"/>
              <a:ext cx="1861854" cy="277779"/>
            </a:xfrm>
            <a:custGeom>
              <a:avLst/>
              <a:gdLst>
                <a:gd name="connsiteX0" fmla="*/ 180458 w 1861854"/>
                <a:gd name="connsiteY0" fmla="*/ 0 h 277779"/>
                <a:gd name="connsiteX1" fmla="*/ 419222 w 1861854"/>
                <a:gd name="connsiteY1" fmla="*/ 238761 h 277779"/>
                <a:gd name="connsiteX2" fmla="*/ 657984 w 1861854"/>
                <a:gd name="connsiteY2" fmla="*/ 0 h 277779"/>
                <a:gd name="connsiteX3" fmla="*/ 896745 w 1861854"/>
                <a:gd name="connsiteY3" fmla="*/ 238761 h 277779"/>
                <a:gd name="connsiteX4" fmla="*/ 1135754 w 1861854"/>
                <a:gd name="connsiteY4" fmla="*/ 0 h 277779"/>
                <a:gd name="connsiteX5" fmla="*/ 1374516 w 1861854"/>
                <a:gd name="connsiteY5" fmla="*/ 238761 h 277779"/>
                <a:gd name="connsiteX6" fmla="*/ 1613277 w 1861854"/>
                <a:gd name="connsiteY6" fmla="*/ 0 h 277779"/>
                <a:gd name="connsiteX7" fmla="*/ 1861854 w 1861854"/>
                <a:gd name="connsiteY7" fmla="*/ 248577 h 277779"/>
                <a:gd name="connsiteX8" fmla="*/ 1842470 w 1861854"/>
                <a:gd name="connsiteY8" fmla="*/ 267963 h 277779"/>
                <a:gd name="connsiteX9" fmla="*/ 1613277 w 1861854"/>
                <a:gd name="connsiteY9" fmla="*/ 39017 h 277779"/>
                <a:gd name="connsiteX10" fmla="*/ 1374516 w 1861854"/>
                <a:gd name="connsiteY10" fmla="*/ 277779 h 277779"/>
                <a:gd name="connsiteX11" fmla="*/ 1135754 w 1861854"/>
                <a:gd name="connsiteY11" fmla="*/ 39017 h 277779"/>
                <a:gd name="connsiteX12" fmla="*/ 896745 w 1861854"/>
                <a:gd name="connsiteY12" fmla="*/ 277779 h 277779"/>
                <a:gd name="connsiteX13" fmla="*/ 657984 w 1861854"/>
                <a:gd name="connsiteY13" fmla="*/ 39017 h 277779"/>
                <a:gd name="connsiteX14" fmla="*/ 419222 w 1861854"/>
                <a:gd name="connsiteY14" fmla="*/ 277779 h 277779"/>
                <a:gd name="connsiteX15" fmla="*/ 180458 w 1861854"/>
                <a:gd name="connsiteY15" fmla="*/ 39017 h 277779"/>
                <a:gd name="connsiteX16" fmla="*/ 0 w 1861854"/>
                <a:gd name="connsiteY16" fmla="*/ 219283 h 277779"/>
                <a:gd name="connsiteX17" fmla="*/ 0 w 1861854"/>
                <a:gd name="connsiteY17" fmla="*/ 180458 h 277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861854" h="277779">
                  <a:moveTo>
                    <a:pt x="180458" y="0"/>
                  </a:moveTo>
                  <a:lnTo>
                    <a:pt x="419222" y="238761"/>
                  </a:lnTo>
                  <a:lnTo>
                    <a:pt x="657984" y="0"/>
                  </a:lnTo>
                  <a:lnTo>
                    <a:pt x="896745" y="238761"/>
                  </a:lnTo>
                  <a:lnTo>
                    <a:pt x="1135754" y="0"/>
                  </a:lnTo>
                  <a:lnTo>
                    <a:pt x="1374516" y="238761"/>
                  </a:lnTo>
                  <a:lnTo>
                    <a:pt x="1613277" y="0"/>
                  </a:lnTo>
                  <a:lnTo>
                    <a:pt x="1861854" y="248577"/>
                  </a:lnTo>
                  <a:lnTo>
                    <a:pt x="1842470" y="267963"/>
                  </a:lnTo>
                  <a:lnTo>
                    <a:pt x="1613277" y="39017"/>
                  </a:lnTo>
                  <a:lnTo>
                    <a:pt x="1374516" y="277779"/>
                  </a:lnTo>
                  <a:lnTo>
                    <a:pt x="1135754" y="39017"/>
                  </a:lnTo>
                  <a:lnTo>
                    <a:pt x="896745" y="277779"/>
                  </a:lnTo>
                  <a:lnTo>
                    <a:pt x="657984" y="39017"/>
                  </a:lnTo>
                  <a:lnTo>
                    <a:pt x="419222" y="277779"/>
                  </a:lnTo>
                  <a:lnTo>
                    <a:pt x="180458" y="39017"/>
                  </a:lnTo>
                  <a:lnTo>
                    <a:pt x="0" y="219283"/>
                  </a:lnTo>
                  <a:lnTo>
                    <a:pt x="0" y="180458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/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1E5A83E3-8A11-4492-BB6E-F5F2240316F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1919293"/>
              <a:ext cx="1861854" cy="277779"/>
            </a:xfrm>
            <a:custGeom>
              <a:avLst/>
              <a:gdLst>
                <a:gd name="connsiteX0" fmla="*/ 180458 w 1861854"/>
                <a:gd name="connsiteY0" fmla="*/ 0 h 277779"/>
                <a:gd name="connsiteX1" fmla="*/ 419222 w 1861854"/>
                <a:gd name="connsiteY1" fmla="*/ 238761 h 277779"/>
                <a:gd name="connsiteX2" fmla="*/ 657984 w 1861854"/>
                <a:gd name="connsiteY2" fmla="*/ 0 h 277779"/>
                <a:gd name="connsiteX3" fmla="*/ 896745 w 1861854"/>
                <a:gd name="connsiteY3" fmla="*/ 238761 h 277779"/>
                <a:gd name="connsiteX4" fmla="*/ 1135754 w 1861854"/>
                <a:gd name="connsiteY4" fmla="*/ 0 h 277779"/>
                <a:gd name="connsiteX5" fmla="*/ 1374516 w 1861854"/>
                <a:gd name="connsiteY5" fmla="*/ 238761 h 277779"/>
                <a:gd name="connsiteX6" fmla="*/ 1613277 w 1861854"/>
                <a:gd name="connsiteY6" fmla="*/ 0 h 277779"/>
                <a:gd name="connsiteX7" fmla="*/ 1861854 w 1861854"/>
                <a:gd name="connsiteY7" fmla="*/ 248577 h 277779"/>
                <a:gd name="connsiteX8" fmla="*/ 1842470 w 1861854"/>
                <a:gd name="connsiteY8" fmla="*/ 268208 h 277779"/>
                <a:gd name="connsiteX9" fmla="*/ 1613277 w 1861854"/>
                <a:gd name="connsiteY9" fmla="*/ 39017 h 277779"/>
                <a:gd name="connsiteX10" fmla="*/ 1374516 w 1861854"/>
                <a:gd name="connsiteY10" fmla="*/ 277779 h 277779"/>
                <a:gd name="connsiteX11" fmla="*/ 1135754 w 1861854"/>
                <a:gd name="connsiteY11" fmla="*/ 39017 h 277779"/>
                <a:gd name="connsiteX12" fmla="*/ 896745 w 1861854"/>
                <a:gd name="connsiteY12" fmla="*/ 277779 h 277779"/>
                <a:gd name="connsiteX13" fmla="*/ 657984 w 1861854"/>
                <a:gd name="connsiteY13" fmla="*/ 39017 h 277779"/>
                <a:gd name="connsiteX14" fmla="*/ 419222 w 1861854"/>
                <a:gd name="connsiteY14" fmla="*/ 277779 h 277779"/>
                <a:gd name="connsiteX15" fmla="*/ 180458 w 1861854"/>
                <a:gd name="connsiteY15" fmla="*/ 39017 h 277779"/>
                <a:gd name="connsiteX16" fmla="*/ 0 w 1861854"/>
                <a:gd name="connsiteY16" fmla="*/ 219475 h 277779"/>
                <a:gd name="connsiteX17" fmla="*/ 0 w 1861854"/>
                <a:gd name="connsiteY17" fmla="*/ 180458 h 277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861854" h="277779">
                  <a:moveTo>
                    <a:pt x="180458" y="0"/>
                  </a:moveTo>
                  <a:lnTo>
                    <a:pt x="419222" y="238761"/>
                  </a:lnTo>
                  <a:lnTo>
                    <a:pt x="657984" y="0"/>
                  </a:lnTo>
                  <a:lnTo>
                    <a:pt x="896745" y="238761"/>
                  </a:lnTo>
                  <a:lnTo>
                    <a:pt x="1135754" y="0"/>
                  </a:lnTo>
                  <a:lnTo>
                    <a:pt x="1374516" y="238761"/>
                  </a:lnTo>
                  <a:lnTo>
                    <a:pt x="1613277" y="0"/>
                  </a:lnTo>
                  <a:lnTo>
                    <a:pt x="1861854" y="248577"/>
                  </a:lnTo>
                  <a:lnTo>
                    <a:pt x="1842470" y="268208"/>
                  </a:lnTo>
                  <a:lnTo>
                    <a:pt x="1613277" y="39017"/>
                  </a:lnTo>
                  <a:lnTo>
                    <a:pt x="1374516" y="277779"/>
                  </a:lnTo>
                  <a:lnTo>
                    <a:pt x="1135754" y="39017"/>
                  </a:lnTo>
                  <a:lnTo>
                    <a:pt x="896745" y="277779"/>
                  </a:lnTo>
                  <a:lnTo>
                    <a:pt x="657984" y="39017"/>
                  </a:lnTo>
                  <a:lnTo>
                    <a:pt x="419222" y="277779"/>
                  </a:lnTo>
                  <a:lnTo>
                    <a:pt x="180458" y="39017"/>
                  </a:lnTo>
                  <a:lnTo>
                    <a:pt x="0" y="219475"/>
                  </a:lnTo>
                  <a:lnTo>
                    <a:pt x="0" y="180458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/>
            </a:p>
          </p:txBody>
        </p:sp>
      </p:grpSp>
      <p:sp>
        <p:nvSpPr>
          <p:cNvPr id="37" name="Freeform: Shape 36">
            <a:extLst>
              <a:ext uri="{FF2B5EF4-FFF2-40B4-BE49-F238E27FC236}">
                <a16:creationId xmlns:a16="http://schemas.microsoft.com/office/drawing/2014/main" id="{498F8FF6-43B4-494A-AF8F-123A4983ED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14244" y="-25903"/>
            <a:ext cx="4991553" cy="4751602"/>
          </a:xfrm>
          <a:custGeom>
            <a:avLst/>
            <a:gdLst>
              <a:gd name="connsiteX0" fmla="*/ 1825048 w 6355652"/>
              <a:gd name="connsiteY0" fmla="*/ 0 h 6050127"/>
              <a:gd name="connsiteX1" fmla="*/ 4530604 w 6355652"/>
              <a:gd name="connsiteY1" fmla="*/ 0 h 6050127"/>
              <a:gd name="connsiteX2" fmla="*/ 4692567 w 6355652"/>
              <a:gd name="connsiteY2" fmla="*/ 78022 h 6050127"/>
              <a:gd name="connsiteX3" fmla="*/ 6355652 w 6355652"/>
              <a:gd name="connsiteY3" fmla="*/ 2872301 h 6050127"/>
              <a:gd name="connsiteX4" fmla="*/ 3177826 w 6355652"/>
              <a:gd name="connsiteY4" fmla="*/ 6050127 h 6050127"/>
              <a:gd name="connsiteX5" fmla="*/ 0 w 6355652"/>
              <a:gd name="connsiteY5" fmla="*/ 2872301 h 6050127"/>
              <a:gd name="connsiteX6" fmla="*/ 1663086 w 6355652"/>
              <a:gd name="connsiteY6" fmla="*/ 78022 h 60501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355652" h="6050127">
                <a:moveTo>
                  <a:pt x="1825048" y="0"/>
                </a:moveTo>
                <a:lnTo>
                  <a:pt x="4530604" y="0"/>
                </a:lnTo>
                <a:lnTo>
                  <a:pt x="4692567" y="78022"/>
                </a:lnTo>
                <a:cubicBezTo>
                  <a:pt x="5683175" y="616152"/>
                  <a:pt x="6355652" y="1665694"/>
                  <a:pt x="6355652" y="2872301"/>
                </a:cubicBezTo>
                <a:cubicBezTo>
                  <a:pt x="6355652" y="4627366"/>
                  <a:pt x="4932891" y="6050127"/>
                  <a:pt x="3177826" y="6050127"/>
                </a:cubicBezTo>
                <a:cubicBezTo>
                  <a:pt x="1422761" y="6050127"/>
                  <a:pt x="0" y="4627366"/>
                  <a:pt x="0" y="2872301"/>
                </a:cubicBezTo>
                <a:cubicBezTo>
                  <a:pt x="0" y="1665694"/>
                  <a:pt x="672477" y="616152"/>
                  <a:pt x="1663086" y="78022"/>
                </a:cubicBezTo>
                <a:close/>
              </a:path>
            </a:pathLst>
          </a:custGeom>
          <a:solidFill>
            <a:srgbClr val="FFFFFF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Freeform: Shape 38">
            <a:extLst>
              <a:ext uri="{FF2B5EF4-FFF2-40B4-BE49-F238E27FC236}">
                <a16:creationId xmlns:a16="http://schemas.microsoft.com/office/drawing/2014/main" id="{2B06059C-C357-4011-82B9-9C01063013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466395" y="-17928"/>
            <a:ext cx="5028938" cy="4738893"/>
          </a:xfrm>
          <a:custGeom>
            <a:avLst/>
            <a:gdLst>
              <a:gd name="connsiteX0" fmla="*/ 1825048 w 6355652"/>
              <a:gd name="connsiteY0" fmla="*/ 0 h 6050127"/>
              <a:gd name="connsiteX1" fmla="*/ 4530604 w 6355652"/>
              <a:gd name="connsiteY1" fmla="*/ 0 h 6050127"/>
              <a:gd name="connsiteX2" fmla="*/ 4692567 w 6355652"/>
              <a:gd name="connsiteY2" fmla="*/ 78022 h 6050127"/>
              <a:gd name="connsiteX3" fmla="*/ 6355652 w 6355652"/>
              <a:gd name="connsiteY3" fmla="*/ 2872301 h 6050127"/>
              <a:gd name="connsiteX4" fmla="*/ 3177826 w 6355652"/>
              <a:gd name="connsiteY4" fmla="*/ 6050127 h 6050127"/>
              <a:gd name="connsiteX5" fmla="*/ 0 w 6355652"/>
              <a:gd name="connsiteY5" fmla="*/ 2872301 h 6050127"/>
              <a:gd name="connsiteX6" fmla="*/ 1663086 w 6355652"/>
              <a:gd name="connsiteY6" fmla="*/ 78022 h 60501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355652" h="6050127">
                <a:moveTo>
                  <a:pt x="1825048" y="0"/>
                </a:moveTo>
                <a:lnTo>
                  <a:pt x="4530604" y="0"/>
                </a:lnTo>
                <a:lnTo>
                  <a:pt x="4692567" y="78022"/>
                </a:lnTo>
                <a:cubicBezTo>
                  <a:pt x="5683175" y="616152"/>
                  <a:pt x="6355652" y="1665694"/>
                  <a:pt x="6355652" y="2872301"/>
                </a:cubicBezTo>
                <a:cubicBezTo>
                  <a:pt x="6355652" y="4627366"/>
                  <a:pt x="4932891" y="6050127"/>
                  <a:pt x="3177826" y="6050127"/>
                </a:cubicBezTo>
                <a:cubicBezTo>
                  <a:pt x="1422761" y="6050127"/>
                  <a:pt x="0" y="4627366"/>
                  <a:pt x="0" y="2872301"/>
                </a:cubicBezTo>
                <a:cubicBezTo>
                  <a:pt x="0" y="1665694"/>
                  <a:pt x="672477" y="616152"/>
                  <a:pt x="1663086" y="78022"/>
                </a:cubicBezTo>
                <a:close/>
              </a:path>
            </a:pathLst>
          </a:custGeom>
          <a:solidFill>
            <a:schemeClr val="accent6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Freeform: Shape 39">
            <a:extLst>
              <a:ext uri="{FF2B5EF4-FFF2-40B4-BE49-F238E27FC236}">
                <a16:creationId xmlns:a16="http://schemas.microsoft.com/office/drawing/2014/main" id="{5AFEC601-A132-47EE-B0C2-B38ACD9FCE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340164" y="-17928"/>
            <a:ext cx="5028938" cy="4661263"/>
          </a:xfrm>
          <a:custGeom>
            <a:avLst/>
            <a:gdLst>
              <a:gd name="connsiteX0" fmla="*/ 1529549 w 6355652"/>
              <a:gd name="connsiteY0" fmla="*/ 0 h 5890980"/>
              <a:gd name="connsiteX1" fmla="*/ 4826104 w 6355652"/>
              <a:gd name="connsiteY1" fmla="*/ 0 h 5890980"/>
              <a:gd name="connsiteX2" fmla="*/ 4954579 w 6355652"/>
              <a:gd name="connsiteY2" fmla="*/ 78051 h 5890980"/>
              <a:gd name="connsiteX3" fmla="*/ 6355652 w 6355652"/>
              <a:gd name="connsiteY3" fmla="*/ 2713154 h 5890980"/>
              <a:gd name="connsiteX4" fmla="*/ 3177826 w 6355652"/>
              <a:gd name="connsiteY4" fmla="*/ 5890980 h 5890980"/>
              <a:gd name="connsiteX5" fmla="*/ 0 w 6355652"/>
              <a:gd name="connsiteY5" fmla="*/ 2713154 h 5890980"/>
              <a:gd name="connsiteX6" fmla="*/ 1401073 w 6355652"/>
              <a:gd name="connsiteY6" fmla="*/ 78051 h 58909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355652" h="5890980">
                <a:moveTo>
                  <a:pt x="1529549" y="0"/>
                </a:moveTo>
                <a:lnTo>
                  <a:pt x="4826104" y="0"/>
                </a:lnTo>
                <a:lnTo>
                  <a:pt x="4954579" y="78051"/>
                </a:lnTo>
                <a:cubicBezTo>
                  <a:pt x="5799886" y="649129"/>
                  <a:pt x="6355652" y="1616239"/>
                  <a:pt x="6355652" y="2713154"/>
                </a:cubicBezTo>
                <a:cubicBezTo>
                  <a:pt x="6355652" y="4468219"/>
                  <a:pt x="4932891" y="5890980"/>
                  <a:pt x="3177826" y="5890980"/>
                </a:cubicBezTo>
                <a:cubicBezTo>
                  <a:pt x="1422761" y="5890980"/>
                  <a:pt x="0" y="4468219"/>
                  <a:pt x="0" y="2713154"/>
                </a:cubicBezTo>
                <a:cubicBezTo>
                  <a:pt x="0" y="1616239"/>
                  <a:pt x="555766" y="649129"/>
                  <a:pt x="1401073" y="78051"/>
                </a:cubicBezTo>
                <a:close/>
              </a:path>
            </a:pathLst>
          </a:custGeom>
          <a:solidFill>
            <a:schemeClr val="tx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81806" y="671612"/>
            <a:ext cx="4339674" cy="2258392"/>
          </a:xfrm>
        </p:spPr>
        <p:txBody>
          <a:bodyPr>
            <a:normAutofit/>
          </a:bodyPr>
          <a:lstStyle/>
          <a:p>
            <a:pPr marL="0" lvl="0" indent="0">
              <a:buNone/>
            </a:pPr>
            <a:r>
              <a:rPr lang="en-US" sz="4100">
                <a:solidFill>
                  <a:schemeClr val="bg1"/>
                </a:solidFill>
              </a:rPr>
              <a:t>ShopDB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49702" y="3106572"/>
            <a:ext cx="4003883" cy="791356"/>
          </a:xfrm>
        </p:spPr>
        <p:txBody>
          <a:bodyPr>
            <a:normAutofit/>
          </a:bodyPr>
          <a:lstStyle/>
          <a:p>
            <a:pPr marL="0" lvl="0" indent="0">
              <a:buNone/>
            </a:pPr>
            <a:r>
              <a:rPr lang="en-US" sz="1500">
                <a:solidFill>
                  <a:schemeClr val="bg1"/>
                </a:solidFill>
              </a:rPr>
              <a:t>MongoDB ShopDB</a:t>
            </a:r>
            <a:br>
              <a:rPr lang="en-US" sz="1500">
                <a:solidFill>
                  <a:schemeClr val="bg1"/>
                </a:solidFill>
              </a:rPr>
            </a:br>
            <a:br>
              <a:rPr lang="en-US" sz="1500">
                <a:solidFill>
                  <a:schemeClr val="bg1"/>
                </a:solidFill>
              </a:rPr>
            </a:br>
            <a:r>
              <a:rPr lang="en-US" sz="1500">
                <a:solidFill>
                  <a:schemeClr val="bg1"/>
                </a:solidFill>
              </a:rPr>
              <a:t>Data Warehouse Team</a:t>
            </a:r>
          </a:p>
        </p:txBody>
      </p:sp>
      <p:sp>
        <p:nvSpPr>
          <p:cNvPr id="41" name="Graphic 212">
            <a:extLst>
              <a:ext uri="{FF2B5EF4-FFF2-40B4-BE49-F238E27FC236}">
                <a16:creationId xmlns:a16="http://schemas.microsoft.com/office/drawing/2014/main" id="{279CAF82-0ECF-42BE-8F37-F71941E5D4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1037" y="141370"/>
            <a:ext cx="786278" cy="786278"/>
          </a:xfrm>
          <a:custGeom>
            <a:avLst/>
            <a:gdLst>
              <a:gd name="connsiteX0" fmla="*/ 403574 w 807148"/>
              <a:gd name="connsiteY0" fmla="*/ 0 h 807148"/>
              <a:gd name="connsiteX1" fmla="*/ 0 w 807148"/>
              <a:gd name="connsiteY1" fmla="*/ 403574 h 807148"/>
              <a:gd name="connsiteX2" fmla="*/ 403574 w 807148"/>
              <a:gd name="connsiteY2" fmla="*/ 807149 h 807148"/>
              <a:gd name="connsiteX3" fmla="*/ 807149 w 807148"/>
              <a:gd name="connsiteY3" fmla="*/ 403574 h 807148"/>
              <a:gd name="connsiteX4" fmla="*/ 403574 w 807148"/>
              <a:gd name="connsiteY4" fmla="*/ 0 h 807148"/>
              <a:gd name="connsiteX5" fmla="*/ 403574 w 807148"/>
              <a:gd name="connsiteY5" fmla="*/ 667988 h 807148"/>
              <a:gd name="connsiteX6" fmla="*/ 139160 w 807148"/>
              <a:gd name="connsiteY6" fmla="*/ 403574 h 807148"/>
              <a:gd name="connsiteX7" fmla="*/ 403574 w 807148"/>
              <a:gd name="connsiteY7" fmla="*/ 139160 h 807148"/>
              <a:gd name="connsiteX8" fmla="*/ 667988 w 807148"/>
              <a:gd name="connsiteY8" fmla="*/ 403574 h 807148"/>
              <a:gd name="connsiteX9" fmla="*/ 403574 w 807148"/>
              <a:gd name="connsiteY9" fmla="*/ 667988 h 807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7148" h="807148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rgbClr val="FFFFFF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sp>
        <p:nvSpPr>
          <p:cNvPr id="23" name="Graphic 212">
            <a:extLst>
              <a:ext uri="{FF2B5EF4-FFF2-40B4-BE49-F238E27FC236}">
                <a16:creationId xmlns:a16="http://schemas.microsoft.com/office/drawing/2014/main" id="{218E095B-4870-4AD5-9C41-C16D595235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1037" y="141370"/>
            <a:ext cx="786278" cy="786278"/>
          </a:xfrm>
          <a:custGeom>
            <a:avLst/>
            <a:gdLst>
              <a:gd name="connsiteX0" fmla="*/ 403574 w 807148"/>
              <a:gd name="connsiteY0" fmla="*/ 0 h 807148"/>
              <a:gd name="connsiteX1" fmla="*/ 0 w 807148"/>
              <a:gd name="connsiteY1" fmla="*/ 403574 h 807148"/>
              <a:gd name="connsiteX2" fmla="*/ 403574 w 807148"/>
              <a:gd name="connsiteY2" fmla="*/ 807149 h 807148"/>
              <a:gd name="connsiteX3" fmla="*/ 807149 w 807148"/>
              <a:gd name="connsiteY3" fmla="*/ 403574 h 807148"/>
              <a:gd name="connsiteX4" fmla="*/ 403574 w 807148"/>
              <a:gd name="connsiteY4" fmla="*/ 0 h 807148"/>
              <a:gd name="connsiteX5" fmla="*/ 403574 w 807148"/>
              <a:gd name="connsiteY5" fmla="*/ 667988 h 807148"/>
              <a:gd name="connsiteX6" fmla="*/ 139160 w 807148"/>
              <a:gd name="connsiteY6" fmla="*/ 403574 h 807148"/>
              <a:gd name="connsiteX7" fmla="*/ 403574 w 807148"/>
              <a:gd name="connsiteY7" fmla="*/ 139160 h 807148"/>
              <a:gd name="connsiteX8" fmla="*/ 667988 w 807148"/>
              <a:gd name="connsiteY8" fmla="*/ 403574 h 807148"/>
              <a:gd name="connsiteX9" fmla="*/ 403574 w 807148"/>
              <a:gd name="connsiteY9" fmla="*/ 667988 h 807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7148" h="807148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chemeClr val="accent2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grpSp>
        <p:nvGrpSpPr>
          <p:cNvPr id="25" name="Graphic 185">
            <a:extLst>
              <a:ext uri="{FF2B5EF4-FFF2-40B4-BE49-F238E27FC236}">
                <a16:creationId xmlns:a16="http://schemas.microsoft.com/office/drawing/2014/main" id="{FB9739EB-7F66-433D-841F-AB3CD18700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7187321" y="2683737"/>
            <a:ext cx="790849" cy="352267"/>
            <a:chOff x="9841624" y="4115729"/>
            <a:chExt cx="602169" cy="268223"/>
          </a:xfrm>
          <a:solidFill>
            <a:schemeClr val="bg1"/>
          </a:solidFill>
        </p:grpSpPr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104F2BBD-A005-4DCB-9566-F2351050BEE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841624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8B00DEC7-198B-49D1-98FD-018F3ECFCF4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941445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F14DFC82-B3B3-468E-91B3-1302CFC684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041267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D3250EFE-214E-4B8E-AF96-036A514FFB2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141090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AD058EBE-D4A5-4C43-B170-6A451F87A7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40911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32" name="Oval 31">
            <a:extLst>
              <a:ext uri="{FF2B5EF4-FFF2-40B4-BE49-F238E27FC236}">
                <a16:creationId xmlns:a16="http://schemas.microsoft.com/office/drawing/2014/main" id="{033BC44A-0661-43B4-9C14-FD5963C226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83393" y="3682764"/>
            <a:ext cx="351068" cy="351068"/>
          </a:xfrm>
          <a:prstGeom prst="ellipse">
            <a:avLst/>
          </a:prstGeom>
          <a:solidFill>
            <a:srgbClr val="FFFFFF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BE8CB2F0-2F5A-4EBD-B214-E0309C31F5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83393" y="3682764"/>
            <a:ext cx="351068" cy="351068"/>
          </a:xfrm>
          <a:prstGeom prst="ellipse">
            <a:avLst/>
          </a:prstGeom>
          <a:solidFill>
            <a:schemeClr val="accent2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4767262"/>
            <a:ext cx="2057400" cy="273844"/>
          </a:xfrm>
        </p:spPr>
        <p:txBody>
          <a:bodyPr>
            <a:normAutofit/>
          </a:bodyPr>
          <a:lstStyle/>
          <a:p>
            <a:pPr marL="0" lvl="0" indent="0">
              <a:spcAft>
                <a:spcPts val="600"/>
              </a:spcAft>
              <a:buNone/>
            </a:pPr>
            <a:r>
              <a:rPr lang="en-US">
                <a:solidFill>
                  <a:schemeClr val="bg1"/>
                </a:solidFill>
              </a:rPr>
              <a:t>2026-04-24</a:t>
            </a:r>
          </a:p>
        </p:txBody>
      </p:sp>
      <p:sp>
        <p:nvSpPr>
          <p:cNvPr id="36" name="Freeform: Shape 35">
            <a:extLst>
              <a:ext uri="{FF2B5EF4-FFF2-40B4-BE49-F238E27FC236}">
                <a16:creationId xmlns:a16="http://schemas.microsoft.com/office/drawing/2014/main" id="{FFD3887D-244B-4EC4-9208-E304984C5D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066850" y="3150576"/>
            <a:ext cx="2077150" cy="1992924"/>
          </a:xfrm>
          <a:custGeom>
            <a:avLst/>
            <a:gdLst>
              <a:gd name="connsiteX0" fmla="*/ 2473947 w 3432581"/>
              <a:gd name="connsiteY0" fmla="*/ 0 h 3293393"/>
              <a:gd name="connsiteX1" fmla="*/ 3209623 w 3432581"/>
              <a:gd name="connsiteY1" fmla="*/ 111224 h 3293393"/>
              <a:gd name="connsiteX2" fmla="*/ 3432581 w 3432581"/>
              <a:gd name="connsiteY2" fmla="*/ 192828 h 3293393"/>
              <a:gd name="connsiteX3" fmla="*/ 3432581 w 3432581"/>
              <a:gd name="connsiteY3" fmla="*/ 3293393 h 3293393"/>
              <a:gd name="connsiteX4" fmla="*/ 141884 w 3432581"/>
              <a:gd name="connsiteY4" fmla="*/ 3293393 h 3293393"/>
              <a:gd name="connsiteX5" fmla="*/ 111224 w 3432581"/>
              <a:gd name="connsiteY5" fmla="*/ 3209623 h 3293393"/>
              <a:gd name="connsiteX6" fmla="*/ 0 w 3432581"/>
              <a:gd name="connsiteY6" fmla="*/ 2473947 h 3293393"/>
              <a:gd name="connsiteX7" fmla="*/ 2473947 w 3432581"/>
              <a:gd name="connsiteY7" fmla="*/ 0 h 32933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432581" h="3293393">
                <a:moveTo>
                  <a:pt x="2473947" y="0"/>
                </a:moveTo>
                <a:cubicBezTo>
                  <a:pt x="2730133" y="0"/>
                  <a:pt x="2977223" y="38940"/>
                  <a:pt x="3209623" y="111224"/>
                </a:cubicBezTo>
                <a:lnTo>
                  <a:pt x="3432581" y="192828"/>
                </a:lnTo>
                <a:lnTo>
                  <a:pt x="3432581" y="3293393"/>
                </a:lnTo>
                <a:lnTo>
                  <a:pt x="141884" y="3293393"/>
                </a:lnTo>
                <a:lnTo>
                  <a:pt x="111224" y="3209623"/>
                </a:lnTo>
                <a:cubicBezTo>
                  <a:pt x="38940" y="2977224"/>
                  <a:pt x="0" y="2730133"/>
                  <a:pt x="0" y="2473947"/>
                </a:cubicBezTo>
                <a:cubicBezTo>
                  <a:pt x="0" y="1107624"/>
                  <a:pt x="1107624" y="0"/>
                  <a:pt x="2473947" y="0"/>
                </a:cubicBezTo>
                <a:close/>
              </a:path>
            </a:pathLst>
          </a:custGeom>
          <a:solidFill>
            <a:srgbClr val="FFFFFF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38" name="Freeform: Shape 37">
            <a:extLst>
              <a:ext uri="{FF2B5EF4-FFF2-40B4-BE49-F238E27FC236}">
                <a16:creationId xmlns:a16="http://schemas.microsoft.com/office/drawing/2014/main" id="{97224C31-855E-4593-8A58-5B2B0CC4F5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066850" y="3150576"/>
            <a:ext cx="2077150" cy="1992924"/>
          </a:xfrm>
          <a:custGeom>
            <a:avLst/>
            <a:gdLst>
              <a:gd name="connsiteX0" fmla="*/ 2473947 w 3432581"/>
              <a:gd name="connsiteY0" fmla="*/ 0 h 3293393"/>
              <a:gd name="connsiteX1" fmla="*/ 3209623 w 3432581"/>
              <a:gd name="connsiteY1" fmla="*/ 111224 h 3293393"/>
              <a:gd name="connsiteX2" fmla="*/ 3432581 w 3432581"/>
              <a:gd name="connsiteY2" fmla="*/ 192828 h 3293393"/>
              <a:gd name="connsiteX3" fmla="*/ 3432581 w 3432581"/>
              <a:gd name="connsiteY3" fmla="*/ 3293393 h 3293393"/>
              <a:gd name="connsiteX4" fmla="*/ 141884 w 3432581"/>
              <a:gd name="connsiteY4" fmla="*/ 3293393 h 3293393"/>
              <a:gd name="connsiteX5" fmla="*/ 111224 w 3432581"/>
              <a:gd name="connsiteY5" fmla="*/ 3209623 h 3293393"/>
              <a:gd name="connsiteX6" fmla="*/ 0 w 3432581"/>
              <a:gd name="connsiteY6" fmla="*/ 2473947 h 3293393"/>
              <a:gd name="connsiteX7" fmla="*/ 2473947 w 3432581"/>
              <a:gd name="connsiteY7" fmla="*/ 0 h 32933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432581" h="3293393">
                <a:moveTo>
                  <a:pt x="2473947" y="0"/>
                </a:moveTo>
                <a:cubicBezTo>
                  <a:pt x="2730133" y="0"/>
                  <a:pt x="2977223" y="38940"/>
                  <a:pt x="3209623" y="111224"/>
                </a:cubicBezTo>
                <a:lnTo>
                  <a:pt x="3432581" y="192828"/>
                </a:lnTo>
                <a:lnTo>
                  <a:pt x="3432581" y="3293393"/>
                </a:lnTo>
                <a:lnTo>
                  <a:pt x="141884" y="3293393"/>
                </a:lnTo>
                <a:lnTo>
                  <a:pt x="111224" y="3209623"/>
                </a:lnTo>
                <a:cubicBezTo>
                  <a:pt x="38940" y="2977224"/>
                  <a:pt x="0" y="2730133"/>
                  <a:pt x="0" y="2473947"/>
                </a:cubicBezTo>
                <a:cubicBezTo>
                  <a:pt x="0" y="1107624"/>
                  <a:pt x="1107624" y="0"/>
                  <a:pt x="2473947" y="0"/>
                </a:cubicBezTo>
                <a:close/>
              </a:path>
            </a:pathLst>
          </a:custGeom>
          <a:solidFill>
            <a:schemeClr val="accent2">
              <a:alpha val="3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A3EFF7B1-6CB7-47D1-AD37-B870CA2B21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6" y="0"/>
            <a:ext cx="9141714" cy="51435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FA2962B-21B6-4689-A95D-A8FF6ADE47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43" y="0"/>
            <a:ext cx="9141714" cy="5143500"/>
          </a:xfrm>
          <a:prstGeom prst="rect">
            <a:avLst/>
          </a:prstGeom>
          <a:solidFill>
            <a:schemeClr val="bg1">
              <a:alpha val="5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A745280D-ED36-41FE-8EB1-CE597C99CF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6200000">
            <a:off x="49911" y="489254"/>
            <a:ext cx="304800" cy="322326"/>
            <a:chOff x="215328" y="-46937"/>
            <a:chExt cx="304800" cy="2773841"/>
          </a:xfrm>
        </p:grpSpPr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3D26CEB3-5AE4-4088-AD63-396DB50F289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53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4AA9279A-AD34-474C-834E-6BF658144A5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69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B3589559-7D9A-4ECD-90BB-A5565E2DAE7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85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701B1A71-DCEA-4EB2-8133-98A2CD6F098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201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80E95A5C-1E97-41C3-9DEC-245FF6DEBF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1556565"/>
            <a:ext cx="9036544" cy="3069979"/>
            <a:chOff x="1" y="2075420"/>
            <a:chExt cx="12048729" cy="4093306"/>
          </a:xfrm>
        </p:grpSpPr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8D3C3374-C720-4FCD-B6CD-AEF1D1A6190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7942191" y="2507571"/>
              <a:ext cx="3563871" cy="3563871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1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7639E2EF-4D23-4EA3-B29E-D6362FF722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0435065" y="4048931"/>
              <a:ext cx="1381607" cy="1381607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730820A4-6CEA-4BF7-8DE4-F5B2D2EB23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" y="2075420"/>
              <a:ext cx="3144364" cy="3144364"/>
            </a:xfrm>
            <a:prstGeom prst="ellipse">
              <a:avLst/>
            </a:prstGeom>
            <a:gradFill>
              <a:gsLst>
                <a:gs pos="0">
                  <a:schemeClr val="tx2">
                    <a:lumMod val="75000"/>
                    <a:alpha val="20000"/>
                  </a:schemeClr>
                </a:gs>
                <a:gs pos="100000">
                  <a:schemeClr val="tx2">
                    <a:lumMod val="50000"/>
                    <a:alpha val="1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F320E002-8AED-4D4F-A104-0585FFFB9AF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2600000">
              <a:off x="10150845" y="4270841"/>
              <a:ext cx="1897885" cy="1897885"/>
            </a:xfrm>
            <a:prstGeom prst="ellipse">
              <a:avLst/>
            </a:prstGeom>
            <a:gradFill>
              <a:gsLst>
                <a:gs pos="0">
                  <a:schemeClr val="tx2">
                    <a:lumMod val="75000"/>
                    <a:alpha val="10000"/>
                  </a:schemeClr>
                </a:gs>
                <a:gs pos="100000">
                  <a:schemeClr val="tx2">
                    <a:lumMod val="75000"/>
                    <a:alpha val="2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6A0BF3F3-3A09-42CE-9483-114BD01DD96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2046780" y="3040492"/>
              <a:ext cx="2579322" cy="2579322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B233BD5C-DFC7-4EB7-B348-7C9B5B8D0A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2224640" y="3193975"/>
              <a:ext cx="2243193" cy="2243193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10000"/>
                    </a:schemeClr>
                  </a:gs>
                  <a:gs pos="100000">
                    <a:schemeClr val="tx2">
                      <a:lumMod val="50000"/>
                      <a:alpha val="10000"/>
                    </a:schemeClr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7" name="Rectangle 26">
            <a:extLst>
              <a:ext uri="{FF2B5EF4-FFF2-40B4-BE49-F238E27FC236}">
                <a16:creationId xmlns:a16="http://schemas.microsoft.com/office/drawing/2014/main" id="{A00D2CE1-35C1-46E6-BD59-CEE668BD90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7828610" y="781954"/>
            <a:ext cx="2097346" cy="533439"/>
          </a:xfrm>
          <a:prstGeom prst="rect">
            <a:avLst/>
          </a:prstGeom>
          <a:gradFill flip="none" rotWithShape="1">
            <a:gsLst>
              <a:gs pos="0">
                <a:schemeClr val="tx2">
                  <a:lumMod val="40000"/>
                  <a:lumOff val="60000"/>
                  <a:alpha val="0"/>
                </a:schemeClr>
              </a:gs>
              <a:gs pos="100000">
                <a:schemeClr val="tx2">
                  <a:lumMod val="75000"/>
                  <a:alpha val="10000"/>
                </a:schemeClr>
              </a:gs>
            </a:gsLst>
            <a:lin ang="8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A58DCE86-9AE1-46D1-96D6-04B8B3EDF6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8444654" y="1116866"/>
            <a:ext cx="411480" cy="549007"/>
            <a:chOff x="7029447" y="3514725"/>
            <a:chExt cx="1285875" cy="549007"/>
          </a:xfrm>
        </p:grpSpPr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89B74739-D423-4F25-A976-0A6CD86D173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514725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6018E700-FF08-42AA-9237-24E7A74AD38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697727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46B3488A-8A55-403E-B9C9-75AFA0CF53E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880729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15089B9D-BA8D-4A64-B95F-33940D9D686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4063732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5" name="Rectangle 34">
            <a:extLst>
              <a:ext uri="{FF2B5EF4-FFF2-40B4-BE49-F238E27FC236}">
                <a16:creationId xmlns:a16="http://schemas.microsoft.com/office/drawing/2014/main" id="{E18403B7-F2C7-4C07-8522-21C3191090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4605588"/>
            <a:ext cx="4571997" cy="533439"/>
          </a:xfrm>
          <a:prstGeom prst="rect">
            <a:avLst/>
          </a:prstGeom>
          <a:gradFill flip="none" rotWithShape="1">
            <a:gsLst>
              <a:gs pos="10000">
                <a:schemeClr val="tx2">
                  <a:lumMod val="50000"/>
                  <a:alpha val="10000"/>
                </a:schemeClr>
              </a:gs>
              <a:gs pos="100000">
                <a:schemeClr val="tx2">
                  <a:lumMod val="60000"/>
                  <a:lumOff val="40000"/>
                  <a:alpha val="0"/>
                </a:schemeClr>
              </a:gs>
            </a:gsLst>
            <a:lin ang="8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7" name="Group 36">
            <a:extLst>
              <a:ext uri="{FF2B5EF4-FFF2-40B4-BE49-F238E27FC236}">
                <a16:creationId xmlns:a16="http://schemas.microsoft.com/office/drawing/2014/main" id="{23B58CC6-A99E-43AF-A467-256F19287F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>
            <a:off x="-485051" y="4386794"/>
            <a:ext cx="964406" cy="549007"/>
            <a:chOff x="7029447" y="3514725"/>
            <a:chExt cx="1285875" cy="549007"/>
          </a:xfrm>
        </p:grpSpPr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8FE97852-3A18-4317-B17E-8C45174F96F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514725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F9D0BC6E-6D0B-4589-B1BF-372BAA38395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697727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530B892E-E062-4B0A-B79E-E55D36EC9AE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880729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8D1A4DF9-C28A-4C0A-B273-702F0C4880F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4063732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3202" y="371994"/>
            <a:ext cx="3146355" cy="4229123"/>
          </a:xfrm>
          <a:noFill/>
        </p:spPr>
        <p:txBody>
          <a:bodyPr anchor="ctr">
            <a:normAutofit/>
          </a:bodyPr>
          <a:lstStyle/>
          <a:p>
            <a:pPr marL="0" lvl="0" indent="0">
              <a:buNone/>
            </a:pPr>
            <a:r>
              <a:rPr lang="en-US" sz="3600"/>
              <a:t>Table of contents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FA4BB720-DC9F-7777-23F0-78AF59A4C2E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82956647"/>
              </p:ext>
            </p:extLst>
          </p:nvPr>
        </p:nvGraphicFramePr>
        <p:xfrm>
          <a:off x="3686960" y="649938"/>
          <a:ext cx="4690291" cy="379212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9228552E-C8B1-4A80-8448-0787CE0FC7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005480C-B4EB-FEA7-9127-02382FFD1E0C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35000"/>
          </a:blip>
          <a:srcRect l="2667" r="-1" b="-1"/>
          <a:stretch>
            <a:fillRect/>
          </a:stretch>
        </p:blipFill>
        <p:spPr>
          <a:xfrm>
            <a:off x="20" y="10"/>
            <a:ext cx="9143980" cy="514349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273843"/>
            <a:ext cx="7886700" cy="994173"/>
          </a:xfrm>
        </p:spPr>
        <p:txBody>
          <a:bodyPr>
            <a:normAutofit/>
          </a:bodyPr>
          <a:lstStyle/>
          <a:p>
            <a:pPr marL="0" lvl="0" indent="0">
              <a:buNone/>
            </a:pPr>
            <a:r>
              <a:rPr lang="en-US">
                <a:solidFill>
                  <a:srgbClr val="FFFFFF"/>
                </a:solidFill>
              </a:rPr>
              <a:t>Project Overview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640F0D11-2E04-42B3-B24C-DF63B2FD93D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96459030"/>
              </p:ext>
            </p:extLst>
          </p:nvPr>
        </p:nvGraphicFramePr>
        <p:xfrm>
          <a:off x="628650" y="1369218"/>
          <a:ext cx="7886700" cy="326350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rPr lang="en-US"/>
              <a:t>Database Structure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56852CBB-0C82-0727-BF49-80FB67D3FC52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453292" y="1350537"/>
          <a:ext cx="8229600" cy="308588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13299" y="367902"/>
            <a:ext cx="3968748" cy="1221582"/>
          </a:xfrm>
        </p:spPr>
        <p:txBody>
          <a:bodyPr anchor="b">
            <a:normAutofit/>
          </a:bodyPr>
          <a:lstStyle/>
          <a:p>
            <a:pPr marL="0" lvl="0" indent="0">
              <a:buNone/>
            </a:pPr>
            <a:r>
              <a:rPr lang="en-US" sz="3000"/>
              <a:t>Prep Tasks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F4CC5FD-DD86-5C07-6179-CACAB84BC28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8346" r="21643" b="1"/>
          <a:stretch>
            <a:fillRect/>
          </a:stretch>
        </p:blipFill>
        <p:spPr>
          <a:xfrm>
            <a:off x="1" y="1190"/>
            <a:ext cx="4571999" cy="5142310"/>
          </a:xfrm>
          <a:custGeom>
            <a:avLst/>
            <a:gdLst/>
            <a:ahLst/>
            <a:cxnLst/>
            <a:rect l="l" t="t" r="r" b="b"/>
            <a:pathLst>
              <a:path w="6649908" h="6856413">
                <a:moveTo>
                  <a:pt x="0" y="0"/>
                </a:moveTo>
                <a:lnTo>
                  <a:pt x="6559859" y="0"/>
                </a:lnTo>
                <a:lnTo>
                  <a:pt x="6572145" y="79394"/>
                </a:lnTo>
                <a:cubicBezTo>
                  <a:pt x="6857782" y="2230562"/>
                  <a:pt x="6243159" y="4473353"/>
                  <a:pt x="6528796" y="6624522"/>
                </a:cubicBezTo>
                <a:lnTo>
                  <a:pt x="6564680" y="6856413"/>
                </a:lnTo>
                <a:lnTo>
                  <a:pt x="0" y="6856413"/>
                </a:lnTo>
                <a:close/>
              </a:path>
            </a:pathLst>
          </a:custGeom>
        </p:spPr>
      </p:pic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C863E364-C4DB-9639-3B07-2F2AD033B08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46456028"/>
              </p:ext>
            </p:extLst>
          </p:nvPr>
        </p:nvGraphicFramePr>
        <p:xfrm>
          <a:off x="4813300" y="1960959"/>
          <a:ext cx="3968747" cy="281463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4" name="Rectangle 43">
            <a:extLst>
              <a:ext uri="{FF2B5EF4-FFF2-40B4-BE49-F238E27FC236}">
                <a16:creationId xmlns:a16="http://schemas.microsoft.com/office/drawing/2014/main" id="{C2554CA6-288E-4202-BC52-2E5A8F0C0A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6" y="0"/>
            <a:ext cx="9141714" cy="51435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B10BB131-AC8E-4A8E-A5D1-36260F720C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66891" y="839273"/>
            <a:ext cx="3464954" cy="3464953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78305" y="1047514"/>
            <a:ext cx="2430380" cy="3048471"/>
          </a:xfrm>
        </p:spPr>
        <p:txBody>
          <a:bodyPr>
            <a:normAutofit/>
          </a:bodyPr>
          <a:lstStyle/>
          <a:p>
            <a:pPr marL="0" lvl="0" indent="0">
              <a:buNone/>
            </a:pPr>
            <a:r>
              <a:rPr lang="en-US">
                <a:solidFill>
                  <a:srgbClr val="FFFFFF"/>
                </a:solidFill>
              </a:rPr>
              <a:t>Task 1: Increase All Customers’ Age by 1</a:t>
            </a:r>
          </a:p>
        </p:txBody>
      </p:sp>
      <p:sp>
        <p:nvSpPr>
          <p:cNvPr id="38" name="Arc 37">
            <a:extLst>
              <a:ext uri="{FF2B5EF4-FFF2-40B4-BE49-F238E27FC236}">
                <a16:creationId xmlns:a16="http://schemas.microsoft.com/office/drawing/2014/main" id="{5B7778FC-632E-4DCA-A7CB-0D7731CCF9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9809111">
            <a:off x="6512790" y="705861"/>
            <a:ext cx="2240924" cy="2240924"/>
          </a:xfrm>
          <a:prstGeom prst="arc">
            <a:avLst>
              <a:gd name="adj1" fmla="val 15817365"/>
              <a:gd name="adj2" fmla="val 1781380"/>
            </a:avLst>
          </a:prstGeom>
          <a:ln w="127000" cap="rnd">
            <a:solidFill>
              <a:schemeClr val="accent4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6" name="Oval 45">
            <a:extLst>
              <a:ext uri="{FF2B5EF4-FFF2-40B4-BE49-F238E27FC236}">
                <a16:creationId xmlns:a16="http://schemas.microsoft.com/office/drawing/2014/main" id="{FA23A907-97FB-4A8F-880A-DD77401C42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2536" y="3585744"/>
            <a:ext cx="409575" cy="409575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027614" y="1144524"/>
            <a:ext cx="4152298" cy="2951461"/>
          </a:xfrm>
        </p:spPr>
        <p:txBody>
          <a:bodyPr>
            <a:normAutofit/>
          </a:bodyPr>
          <a:lstStyle/>
          <a:p>
            <a:pPr marL="0" lvl="0" indent="0">
              <a:buNone/>
            </a:pPr>
            <a:r>
              <a:rPr lang="en-US" sz="800" b="1"/>
              <a:t>Goal</a:t>
            </a:r>
            <a:r>
              <a:rPr lang="en-US" sz="800"/>
              <a:t> - Increment every customer’s </a:t>
            </a:r>
            <a:r>
              <a:rPr lang="en-US" sz="800">
                <a:latin typeface="Courier"/>
              </a:rPr>
              <a:t>age</a:t>
            </a:r>
            <a:r>
              <a:rPr lang="en-US" sz="800"/>
              <a:t> by 1. - Reset </a:t>
            </a:r>
            <a:r>
              <a:rPr lang="en-US" sz="800">
                <a:latin typeface="Courier"/>
              </a:rPr>
              <a:t>age</a:t>
            </a:r>
            <a:r>
              <a:rPr lang="en-US" sz="800"/>
              <a:t> to its original value before </a:t>
            </a:r>
            <a:r>
              <a:rPr lang="en-US" sz="800" b="1"/>
              <a:t>each timed run</a:t>
            </a:r>
            <a:r>
              <a:rPr lang="en-US" sz="800"/>
              <a:t>.</a:t>
            </a:r>
          </a:p>
          <a:p>
            <a:pPr marL="0" lvl="0" indent="0">
              <a:buNone/>
            </a:pPr>
            <a:r>
              <a:rPr lang="en-US" sz="800" b="1"/>
              <a:t>1. Increase ages</a:t>
            </a:r>
          </a:p>
          <a:p>
            <a:pPr lvl="0" indent="0">
              <a:buNone/>
            </a:pPr>
            <a:r>
              <a:rPr lang="en-US" sz="800">
                <a:latin typeface="Courier"/>
              </a:rPr>
              <a:t>use shopdb</a:t>
            </a:r>
            <a:br>
              <a:rPr lang="en-US" sz="800"/>
            </a:br>
            <a:br>
              <a:rPr lang="en-US" sz="800"/>
            </a:br>
            <a:r>
              <a:rPr lang="en-US" sz="800">
                <a:latin typeface="Courier"/>
              </a:rPr>
              <a:t>db.customers.updateMany(</a:t>
            </a:r>
            <a:br>
              <a:rPr lang="en-US" sz="800"/>
            </a:br>
            <a:r>
              <a:rPr lang="en-US" sz="800">
                <a:latin typeface="Courier"/>
              </a:rPr>
              <a:t>  {},</a:t>
            </a:r>
            <a:br>
              <a:rPr lang="en-US" sz="800"/>
            </a:br>
            <a:r>
              <a:rPr lang="en-US" sz="800">
                <a:latin typeface="Courier"/>
              </a:rPr>
              <a:t>  { $inc: { age: 1 } }</a:t>
            </a:r>
            <a:br>
              <a:rPr lang="en-US" sz="800"/>
            </a:br>
            <a:r>
              <a:rPr lang="en-US" sz="800">
                <a:latin typeface="Courier"/>
              </a:rPr>
              <a:t>)</a:t>
            </a:r>
          </a:p>
          <a:p>
            <a:pPr marL="0" lvl="0" indent="0">
              <a:buNone/>
            </a:pPr>
            <a:r>
              <a:rPr lang="en-US" sz="800" b="1"/>
              <a:t>2. Reset before next run (example)</a:t>
            </a:r>
            <a:br>
              <a:rPr lang="en-US" sz="800"/>
            </a:br>
            <a:r>
              <a:rPr lang="en-US" sz="800"/>
              <a:t>Assume ages were stored in a backup field </a:t>
            </a:r>
            <a:r>
              <a:rPr lang="en-US" sz="800">
                <a:latin typeface="Courier"/>
              </a:rPr>
              <a:t>original_age</a:t>
            </a:r>
            <a:r>
              <a:rPr lang="en-US" sz="800"/>
              <a:t>:</a:t>
            </a:r>
          </a:p>
          <a:p>
            <a:pPr lvl="0" indent="0">
              <a:buNone/>
            </a:pPr>
            <a:r>
              <a:rPr lang="en-US" sz="800">
                <a:latin typeface="Courier"/>
              </a:rPr>
              <a:t>db.customers.updateMany(</a:t>
            </a:r>
            <a:br>
              <a:rPr lang="en-US" sz="800"/>
            </a:br>
            <a:r>
              <a:rPr lang="en-US" sz="800">
                <a:latin typeface="Courier"/>
              </a:rPr>
              <a:t>  {},</a:t>
            </a:r>
            <a:br>
              <a:rPr lang="en-US" sz="800"/>
            </a:br>
            <a:r>
              <a:rPr lang="en-US" sz="800">
                <a:latin typeface="Courier"/>
              </a:rPr>
              <a:t>  { $set: { age: "$original_age" } }</a:t>
            </a:r>
            <a:br>
              <a:rPr lang="en-US" sz="800"/>
            </a:br>
            <a:r>
              <a:rPr lang="en-US" sz="800">
                <a:latin typeface="Courier"/>
              </a:rPr>
              <a:t>)</a:t>
            </a:r>
          </a:p>
          <a:p>
            <a:pPr marL="0" lvl="0" indent="0">
              <a:buNone/>
            </a:pPr>
            <a:r>
              <a:rPr lang="en-US" sz="800" b="1"/>
              <a:t>Timing note</a:t>
            </a:r>
            <a:r>
              <a:rPr lang="en-US" sz="800"/>
              <a:t> - Ran this </a:t>
            </a:r>
            <a:r>
              <a:rPr lang="en-US" sz="800">
                <a:latin typeface="Courier"/>
              </a:rPr>
              <a:t>updateMany</a:t>
            </a:r>
            <a:r>
              <a:rPr lang="en-US" sz="800"/>
              <a:t> 10 times, computed the </a:t>
            </a:r>
            <a:r>
              <a:rPr lang="en-US" sz="800" b="1"/>
              <a:t>average execution time</a:t>
            </a:r>
            <a:r>
              <a:rPr lang="en-US" sz="800"/>
              <a:t> to observe how bulk updates scale on 100K+ documents. time (s): 2.2852902500191705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marL="0" lvl="0" indent="0">
              <a:buNone/>
            </a:pPr>
            <a:r>
              <a:rPr lang="en-US"/>
              <a:t>Task 2: Reduce a Product’s Stock After Purchase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150D9A15-2DA5-C32E-54AE-696080F6ABFC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457200" y="1081232"/>
          <a:ext cx="8229600" cy="373391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C2554CA6-288E-4202-BC52-2E5A8F0C0A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6" y="0"/>
            <a:ext cx="9141714" cy="51435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B10BB131-AC8E-4A8E-A5D1-36260F720C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66891" y="839273"/>
            <a:ext cx="3464954" cy="3464953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78305" y="1047514"/>
            <a:ext cx="2430380" cy="3048471"/>
          </a:xfrm>
        </p:spPr>
        <p:txBody>
          <a:bodyPr>
            <a:normAutofit/>
          </a:bodyPr>
          <a:lstStyle/>
          <a:p>
            <a:pPr marL="0" lvl="0" indent="0">
              <a:buNone/>
            </a:pPr>
            <a:r>
              <a:rPr lang="en-US">
                <a:solidFill>
                  <a:srgbClr val="FFFFFF"/>
                </a:solidFill>
              </a:rPr>
              <a:t>Task 3: Premium Customer Emails</a:t>
            </a: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5B7778FC-632E-4DCA-A7CB-0D7731CCF9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9809111">
            <a:off x="6512790" y="705861"/>
            <a:ext cx="2240924" cy="2240924"/>
          </a:xfrm>
          <a:prstGeom prst="arc">
            <a:avLst>
              <a:gd name="adj1" fmla="val 15817365"/>
              <a:gd name="adj2" fmla="val 1781380"/>
            </a:avLst>
          </a:prstGeom>
          <a:ln w="127000" cap="rnd">
            <a:solidFill>
              <a:schemeClr val="accent4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FA23A907-97FB-4A8F-880A-DD77401C42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2536" y="3585744"/>
            <a:ext cx="409575" cy="409575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027614" y="1144524"/>
            <a:ext cx="4152298" cy="2951461"/>
          </a:xfrm>
        </p:spPr>
        <p:txBody>
          <a:bodyPr>
            <a:normAutofit/>
          </a:bodyPr>
          <a:lstStyle/>
          <a:p>
            <a:pPr marL="0" lvl="0" indent="0">
              <a:buNone/>
            </a:pPr>
            <a:r>
              <a:rPr lang="en-US" sz="1600" b="1"/>
              <a:t>Goal</a:t>
            </a:r>
            <a:r>
              <a:rPr lang="en-US" sz="1600"/>
              <a:t> - Return only the </a:t>
            </a:r>
            <a:r>
              <a:rPr lang="en-US" sz="1600">
                <a:latin typeface="Courier"/>
              </a:rPr>
              <a:t>email</a:t>
            </a:r>
            <a:r>
              <a:rPr lang="en-US" sz="1600"/>
              <a:t> field for customers where </a:t>
            </a:r>
            <a:r>
              <a:rPr lang="en-US" sz="1600">
                <a:latin typeface="Courier"/>
              </a:rPr>
              <a:t>is_premium</a:t>
            </a:r>
            <a:r>
              <a:rPr lang="en-US" sz="1600"/>
              <a:t> is </a:t>
            </a:r>
            <a:r>
              <a:rPr lang="en-US" sz="1600">
                <a:latin typeface="Courier"/>
              </a:rPr>
              <a:t>true</a:t>
            </a:r>
            <a:r>
              <a:rPr lang="en-US" sz="1600"/>
              <a:t>. - Project without </a:t>
            </a:r>
            <a:r>
              <a:rPr lang="en-US" sz="1600">
                <a:latin typeface="Courier"/>
              </a:rPr>
              <a:t>_id</a:t>
            </a:r>
            <a:r>
              <a:rPr lang="en-US" sz="1600"/>
              <a:t>.</a:t>
            </a:r>
          </a:p>
          <a:p>
            <a:pPr lvl="0" indent="0">
              <a:buNone/>
            </a:pPr>
            <a:r>
              <a:rPr lang="en-US" sz="1600">
                <a:latin typeface="Courier"/>
              </a:rPr>
              <a:t>db.customers.find(</a:t>
            </a:r>
            <a:br>
              <a:rPr lang="en-US" sz="1600"/>
            </a:br>
            <a:r>
              <a:rPr lang="en-US" sz="1600">
                <a:latin typeface="Courier"/>
              </a:rPr>
              <a:t>  { is_premium: </a:t>
            </a:r>
            <a:r>
              <a:rPr lang="en-US" sz="1600" b="1">
                <a:latin typeface="Courier"/>
              </a:rPr>
              <a:t>true</a:t>
            </a:r>
            <a:r>
              <a:rPr lang="en-US" sz="1600">
                <a:latin typeface="Courier"/>
              </a:rPr>
              <a:t> },</a:t>
            </a:r>
            <a:br>
              <a:rPr lang="en-US" sz="1600"/>
            </a:br>
            <a:r>
              <a:rPr lang="en-US" sz="1600">
                <a:latin typeface="Courier"/>
              </a:rPr>
              <a:t>  { _id: 0, email: 1 }</a:t>
            </a:r>
            <a:br>
              <a:rPr lang="en-US" sz="1600"/>
            </a:br>
            <a:r>
              <a:rPr lang="en-US" sz="1600">
                <a:latin typeface="Courier"/>
              </a:rPr>
              <a:t>)</a:t>
            </a:r>
          </a:p>
          <a:p>
            <a:pPr marL="0" lvl="0" indent="0">
              <a:buNone/>
            </a:pPr>
            <a:r>
              <a:rPr lang="en-US" sz="1600" b="1"/>
              <a:t>Timing note</a:t>
            </a:r>
            <a:r>
              <a:rPr lang="en-US" sz="1600"/>
              <a:t> - Ran this read‑only </a:t>
            </a:r>
            <a:r>
              <a:rPr lang="en-US" sz="1600">
                <a:latin typeface="Courier"/>
              </a:rPr>
              <a:t>find</a:t>
            </a:r>
            <a:r>
              <a:rPr lang="en-US" sz="1600"/>
              <a:t> projection 10 times and recorded the </a:t>
            </a:r>
            <a:r>
              <a:rPr lang="en-US" sz="1600" b="1"/>
              <a:t>average execution time</a:t>
            </a:r>
            <a:r>
              <a:rPr lang="en-US" sz="1600"/>
              <a:t> as a baseline for read‑only queries. time (s): 0.14587286000605673 —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4" name="Rectangle 23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6" y="0"/>
            <a:ext cx="9141714" cy="51435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125454" cy="51435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5125" y="865179"/>
            <a:ext cx="2400300" cy="3345872"/>
          </a:xfrm>
        </p:spPr>
        <p:txBody>
          <a:bodyPr>
            <a:normAutofit/>
          </a:bodyPr>
          <a:lstStyle/>
          <a:p>
            <a:pPr marL="0" lvl="0" indent="0">
              <a:buNone/>
            </a:pPr>
            <a:r>
              <a:rPr lang="en-US">
                <a:solidFill>
                  <a:srgbClr val="FFFFFF"/>
                </a:solidFill>
              </a:rPr>
              <a:t>Task 4: Refunded Orders in Last 30 Days</a:t>
            </a:r>
          </a:p>
        </p:txBody>
      </p:sp>
      <p:sp>
        <p:nvSpPr>
          <p:cNvPr id="26" name="Arc 25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5662801" y="1841609"/>
            <a:ext cx="3062575" cy="3062575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35481" y="443508"/>
            <a:ext cx="5179868" cy="4189214"/>
          </a:xfrm>
        </p:spPr>
        <p:txBody>
          <a:bodyPr anchor="ctr">
            <a:normAutofit/>
          </a:bodyPr>
          <a:lstStyle/>
          <a:p>
            <a:pPr marL="0" lvl="0" indent="0">
              <a:buNone/>
            </a:pPr>
            <a:r>
              <a:rPr lang="en-US" sz="1300" b="1"/>
              <a:t>Goal</a:t>
            </a:r>
            <a:r>
              <a:rPr lang="en-US" sz="1300"/>
              <a:t> - Using fixed reference date </a:t>
            </a:r>
            <a:r>
              <a:rPr lang="en-US" sz="1300">
                <a:latin typeface="Courier"/>
              </a:rPr>
              <a:t>2025‑05‑01</a:t>
            </a:r>
            <a:r>
              <a:rPr lang="en-US" sz="1300"/>
              <a:t>, treat “last 30 days” as the </a:t>
            </a:r>
            <a:r>
              <a:rPr lang="en-US" sz="1300" b="1"/>
              <a:t>inclusive</a:t>
            </a:r>
            <a:r>
              <a:rPr lang="en-US" sz="1300"/>
              <a:t> range </a:t>
            </a:r>
            <a:r>
              <a:rPr lang="en-US" sz="1300">
                <a:latin typeface="Courier"/>
              </a:rPr>
              <a:t>2025‑04‑02</a:t>
            </a:r>
            <a:r>
              <a:rPr lang="en-US" sz="1300"/>
              <a:t> to </a:t>
            </a:r>
            <a:r>
              <a:rPr lang="en-US" sz="1300">
                <a:latin typeface="Courier"/>
              </a:rPr>
              <a:t>2025‑05‑01</a:t>
            </a:r>
            <a:r>
              <a:rPr lang="en-US" sz="1300"/>
              <a:t>. - Since </a:t>
            </a:r>
            <a:r>
              <a:rPr lang="en-US" sz="1300">
                <a:latin typeface="Courier"/>
              </a:rPr>
              <a:t>order_date</a:t>
            </a:r>
            <a:r>
              <a:rPr lang="en-US" sz="1300"/>
              <a:t> is stored as </a:t>
            </a:r>
            <a:r>
              <a:rPr lang="en-US" sz="1300">
                <a:latin typeface="Courier"/>
              </a:rPr>
              <a:t>"YYYY‑MM‑DD"</a:t>
            </a:r>
            <a:r>
              <a:rPr lang="en-US" sz="1300"/>
              <a:t> strings, </a:t>
            </a:r>
            <a:r>
              <a:rPr lang="en-US" sz="1300">
                <a:latin typeface="Courier"/>
              </a:rPr>
              <a:t>$gte</a:t>
            </a:r>
            <a:r>
              <a:rPr lang="en-US" sz="1300"/>
              <a:t>/</a:t>
            </a:r>
            <a:r>
              <a:rPr lang="en-US" sz="1300">
                <a:latin typeface="Courier"/>
              </a:rPr>
              <a:t>$lte</a:t>
            </a:r>
            <a:r>
              <a:rPr lang="en-US" sz="1300"/>
              <a:t> comparisons work correctly.</a:t>
            </a:r>
          </a:p>
          <a:p>
            <a:pPr marL="0" lvl="0" indent="0">
              <a:buNone/>
            </a:pPr>
            <a:r>
              <a:rPr lang="en-US" sz="1300" b="1"/>
              <a:t>Solution text</a:t>
            </a:r>
            <a:r>
              <a:rPr lang="en-US" sz="1300"/>
              <a:t> &gt; I interpret “last 30 days” as the inclusive date range from 2025‑04‑02 to 2025‑05‑01. Because </a:t>
            </a:r>
            <a:r>
              <a:rPr lang="en-US" sz="1300">
                <a:latin typeface="Courier"/>
              </a:rPr>
              <a:t>order_date</a:t>
            </a:r>
            <a:r>
              <a:rPr lang="en-US" sz="1300"/>
              <a:t> is stored as an ISO‑like string, standard </a:t>
            </a:r>
            <a:r>
              <a:rPr lang="en-US" sz="1300">
                <a:latin typeface="Courier"/>
              </a:rPr>
              <a:t>$gte</a:t>
            </a:r>
            <a:r>
              <a:rPr lang="en-US" sz="1300"/>
              <a:t> and </a:t>
            </a:r>
            <a:r>
              <a:rPr lang="en-US" sz="1300">
                <a:latin typeface="Courier"/>
              </a:rPr>
              <a:t>$lte</a:t>
            </a:r>
            <a:r>
              <a:rPr lang="en-US" sz="1300"/>
              <a:t> queries safely handle this range without needing </a:t>
            </a:r>
            <a:r>
              <a:rPr lang="en-US" sz="1300">
                <a:latin typeface="Courier"/>
              </a:rPr>
              <a:t>ISODate</a:t>
            </a:r>
            <a:r>
              <a:rPr lang="en-US" sz="1300"/>
              <a:t>.</a:t>
            </a:r>
          </a:p>
          <a:p>
            <a:pPr lvl="0" indent="0">
              <a:buNone/>
            </a:pPr>
            <a:r>
              <a:rPr lang="en-US" sz="1300">
                <a:latin typeface="Courier"/>
              </a:rPr>
              <a:t>db.orders.find({</a:t>
            </a:r>
            <a:br>
              <a:rPr lang="en-US" sz="1300"/>
            </a:br>
            <a:r>
              <a:rPr lang="en-US" sz="1300">
                <a:latin typeface="Courier"/>
              </a:rPr>
              <a:t>  order_date: {</a:t>
            </a:r>
            <a:br>
              <a:rPr lang="en-US" sz="1300"/>
            </a:br>
            <a:r>
              <a:rPr lang="en-US" sz="1300">
                <a:latin typeface="Courier"/>
              </a:rPr>
              <a:t>    $gte: "2025-04-02",</a:t>
            </a:r>
            <a:br>
              <a:rPr lang="en-US" sz="1300"/>
            </a:br>
            <a:r>
              <a:rPr lang="en-US" sz="1300">
                <a:latin typeface="Courier"/>
              </a:rPr>
              <a:t>    $lte: "2025-05-01"</a:t>
            </a:r>
            <a:br>
              <a:rPr lang="en-US" sz="1300"/>
            </a:br>
            <a:r>
              <a:rPr lang="en-US" sz="1300">
                <a:latin typeface="Courier"/>
              </a:rPr>
              <a:t>  },</a:t>
            </a:r>
            <a:br>
              <a:rPr lang="en-US" sz="1300"/>
            </a:br>
            <a:r>
              <a:rPr lang="en-US" sz="1300">
                <a:latin typeface="Courier"/>
              </a:rPr>
              <a:t>  payment_status: "refunded"</a:t>
            </a:r>
            <a:br>
              <a:rPr lang="en-US" sz="1300"/>
            </a:br>
            <a:r>
              <a:rPr lang="en-US" sz="1300">
                <a:latin typeface="Courier"/>
              </a:rPr>
              <a:t>})</a:t>
            </a:r>
          </a:p>
          <a:p>
            <a:pPr marL="0" lvl="0" indent="0">
              <a:buNone/>
            </a:pPr>
            <a:r>
              <a:rPr lang="en-US" sz="1300" b="1"/>
              <a:t>Timing note</a:t>
            </a:r>
            <a:r>
              <a:rPr lang="en-US" sz="1300"/>
              <a:t> - Ran this filtered </a:t>
            </a:r>
            <a:r>
              <a:rPr lang="en-US" sz="1300">
                <a:latin typeface="Courier"/>
              </a:rPr>
              <a:t>find</a:t>
            </a:r>
            <a:r>
              <a:rPr lang="en-US" sz="1300"/>
              <a:t> 10 times and averaged the execution time to see how range + status filters affect performance. time (s): 2.2852902500191705 —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6" y="0"/>
            <a:ext cx="9141714" cy="51435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125454" cy="51435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5125" y="865179"/>
            <a:ext cx="2400300" cy="3345872"/>
          </a:xfrm>
        </p:spPr>
        <p:txBody>
          <a:bodyPr>
            <a:normAutofit/>
          </a:bodyPr>
          <a:lstStyle/>
          <a:p>
            <a:pPr marL="0" lvl="0" indent="0">
              <a:buNone/>
            </a:pPr>
            <a:r>
              <a:rPr lang="en-US">
                <a:solidFill>
                  <a:srgbClr val="FFFFFF"/>
                </a:solidFill>
              </a:rPr>
              <a:t>Task 5: Count Orders by Payment Status</a:t>
            </a: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5662801" y="1841609"/>
            <a:ext cx="3062575" cy="3062575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35481" y="443508"/>
            <a:ext cx="5179868" cy="4189214"/>
          </a:xfrm>
        </p:spPr>
        <p:txBody>
          <a:bodyPr anchor="ctr">
            <a:normAutofit/>
          </a:bodyPr>
          <a:lstStyle/>
          <a:p>
            <a:pPr marL="0" lvl="0" indent="0">
              <a:buNone/>
            </a:pPr>
            <a:r>
              <a:rPr lang="en-US" sz="900" b="1"/>
              <a:t>Goal</a:t>
            </a:r>
            <a:r>
              <a:rPr lang="en-US" sz="900"/>
              <a:t> - Use aggregation to count orders with </a:t>
            </a:r>
            <a:r>
              <a:rPr lang="en-US" sz="900">
                <a:latin typeface="Courier"/>
              </a:rPr>
              <a:t>payment_status</a:t>
            </a:r>
            <a:r>
              <a:rPr lang="en-US" sz="900"/>
              <a:t> equal to </a:t>
            </a:r>
            <a:r>
              <a:rPr lang="en-US" sz="900">
                <a:latin typeface="Courier"/>
              </a:rPr>
              <a:t>"paid"</a:t>
            </a:r>
            <a:r>
              <a:rPr lang="en-US" sz="900"/>
              <a:t>, </a:t>
            </a:r>
            <a:r>
              <a:rPr lang="en-US" sz="900">
                <a:latin typeface="Courier"/>
              </a:rPr>
              <a:t>"pending"</a:t>
            </a:r>
            <a:r>
              <a:rPr lang="en-US" sz="900"/>
              <a:t>, or </a:t>
            </a:r>
            <a:r>
              <a:rPr lang="en-US" sz="900">
                <a:latin typeface="Courier"/>
              </a:rPr>
              <a:t>"refunded"</a:t>
            </a:r>
            <a:r>
              <a:rPr lang="en-US" sz="900"/>
              <a:t>.</a:t>
            </a:r>
          </a:p>
          <a:p>
            <a:pPr lvl="0" indent="0">
              <a:buNone/>
            </a:pPr>
            <a:r>
              <a:rPr lang="en-US" sz="900">
                <a:latin typeface="Courier"/>
              </a:rPr>
              <a:t>db.orders.aggregate([</a:t>
            </a:r>
            <a:br>
              <a:rPr lang="en-US" sz="900"/>
            </a:br>
            <a:r>
              <a:rPr lang="en-US" sz="900">
                <a:latin typeface="Courier"/>
              </a:rPr>
              <a:t>  {</a:t>
            </a:r>
            <a:br>
              <a:rPr lang="en-US" sz="900"/>
            </a:br>
            <a:r>
              <a:rPr lang="en-US" sz="900">
                <a:latin typeface="Courier"/>
              </a:rPr>
              <a:t>    $match: {</a:t>
            </a:r>
            <a:br>
              <a:rPr lang="en-US" sz="900"/>
            </a:br>
            <a:r>
              <a:rPr lang="en-US" sz="900">
                <a:latin typeface="Courier"/>
              </a:rPr>
              <a:t>      payment_status: {</a:t>
            </a:r>
            <a:br>
              <a:rPr lang="en-US" sz="900"/>
            </a:br>
            <a:r>
              <a:rPr lang="en-US" sz="900">
                <a:latin typeface="Courier"/>
              </a:rPr>
              <a:t>        $in: ["paid", "pending", "refunded"]</a:t>
            </a:r>
            <a:br>
              <a:rPr lang="en-US" sz="900"/>
            </a:br>
            <a:r>
              <a:rPr lang="en-US" sz="900">
                <a:latin typeface="Courier"/>
              </a:rPr>
              <a:t>      }</a:t>
            </a:r>
            <a:br>
              <a:rPr lang="en-US" sz="900"/>
            </a:br>
            <a:r>
              <a:rPr lang="en-US" sz="900">
                <a:latin typeface="Courier"/>
              </a:rPr>
              <a:t>    }</a:t>
            </a:r>
            <a:br>
              <a:rPr lang="en-US" sz="900"/>
            </a:br>
            <a:r>
              <a:rPr lang="en-US" sz="900">
                <a:latin typeface="Courier"/>
              </a:rPr>
              <a:t>  },</a:t>
            </a:r>
            <a:br>
              <a:rPr lang="en-US" sz="900"/>
            </a:br>
            <a:r>
              <a:rPr lang="en-US" sz="900">
                <a:latin typeface="Courier"/>
              </a:rPr>
              <a:t>  {</a:t>
            </a:r>
            <a:br>
              <a:rPr lang="en-US" sz="900"/>
            </a:br>
            <a:r>
              <a:rPr lang="en-US" sz="900">
                <a:latin typeface="Courier"/>
              </a:rPr>
              <a:t>    $group: {</a:t>
            </a:r>
            <a:br>
              <a:rPr lang="en-US" sz="900"/>
            </a:br>
            <a:r>
              <a:rPr lang="en-US" sz="900">
                <a:latin typeface="Courier"/>
              </a:rPr>
              <a:t>      _id: "$payment_status",</a:t>
            </a:r>
            <a:br>
              <a:rPr lang="en-US" sz="900"/>
            </a:br>
            <a:r>
              <a:rPr lang="en-US" sz="900">
                <a:latin typeface="Courier"/>
              </a:rPr>
              <a:t>      count: { $sum: 1 }</a:t>
            </a:r>
            <a:br>
              <a:rPr lang="en-US" sz="900"/>
            </a:br>
            <a:r>
              <a:rPr lang="en-US" sz="900">
                <a:latin typeface="Courier"/>
              </a:rPr>
              <a:t>    }</a:t>
            </a:r>
            <a:br>
              <a:rPr lang="en-US" sz="900"/>
            </a:br>
            <a:r>
              <a:rPr lang="en-US" sz="900">
                <a:latin typeface="Courier"/>
              </a:rPr>
              <a:t>  }</a:t>
            </a:r>
            <a:br>
              <a:rPr lang="en-US" sz="900"/>
            </a:br>
            <a:r>
              <a:rPr lang="en-US" sz="900">
                <a:latin typeface="Courier"/>
              </a:rPr>
              <a:t>])</a:t>
            </a:r>
          </a:p>
          <a:p>
            <a:pPr lvl="0"/>
            <a:r>
              <a:rPr lang="en-US" sz="900"/>
              <a:t>Returns results like:</a:t>
            </a:r>
          </a:p>
          <a:p>
            <a:pPr lvl="1" indent="0">
              <a:buNone/>
            </a:pPr>
            <a:r>
              <a:rPr lang="en-US" sz="900">
                <a:latin typeface="Courier"/>
              </a:rPr>
              <a:t>{ "_id": "paid", </a:t>
            </a:r>
            <a:r>
              <a:rPr lang="en-US" sz="900" b="1">
                <a:latin typeface="Courier"/>
              </a:rPr>
              <a:t>count</a:t>
            </a:r>
            <a:r>
              <a:rPr lang="en-US" sz="900">
                <a:latin typeface="Courier"/>
              </a:rPr>
              <a:t>: 32000 }</a:t>
            </a:r>
            <a:br>
              <a:rPr lang="en-US" sz="900"/>
            </a:br>
            <a:r>
              <a:rPr lang="en-US" sz="900">
                <a:latin typeface="Courier"/>
              </a:rPr>
              <a:t>{ "_id": "pending", </a:t>
            </a:r>
            <a:r>
              <a:rPr lang="en-US" sz="900" b="1">
                <a:latin typeface="Courier"/>
              </a:rPr>
              <a:t>count</a:t>
            </a:r>
            <a:r>
              <a:rPr lang="en-US" sz="900">
                <a:latin typeface="Courier"/>
              </a:rPr>
              <a:t>: 1500 }</a:t>
            </a:r>
            <a:br>
              <a:rPr lang="en-US" sz="900"/>
            </a:br>
            <a:r>
              <a:rPr lang="en-US" sz="900">
                <a:latin typeface="Courier"/>
              </a:rPr>
              <a:t>{ "_id": "refunded", </a:t>
            </a:r>
            <a:r>
              <a:rPr lang="en-US" sz="900" b="1">
                <a:latin typeface="Courier"/>
              </a:rPr>
              <a:t>count</a:t>
            </a:r>
            <a:r>
              <a:rPr lang="en-US" sz="900">
                <a:latin typeface="Courier"/>
              </a:rPr>
              <a:t>: 800 }</a:t>
            </a:r>
          </a:p>
          <a:p>
            <a:pPr marL="0" lvl="0" indent="0">
              <a:buNone/>
            </a:pPr>
            <a:r>
              <a:rPr lang="en-US" sz="900" b="1"/>
              <a:t>Timing note</a:t>
            </a:r>
            <a:r>
              <a:rPr lang="en-US" sz="900"/>
              <a:t> - Ran this pipeline 10 times and computed the </a:t>
            </a:r>
            <a:r>
              <a:rPr lang="en-US" sz="900" b="1"/>
              <a:t>average execution time</a:t>
            </a:r>
            <a:r>
              <a:rPr lang="en-US" sz="900"/>
              <a:t> for an agg regation‑based counting task. time (s): 0.09079674001550302 —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1115</Words>
  <Application>Microsoft Office PowerPoint</Application>
  <PresentationFormat>On-screen Show (16:9)</PresentationFormat>
  <Paragraphs>53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Aptos</vt:lpstr>
      <vt:lpstr>Aptos Display</vt:lpstr>
      <vt:lpstr>Arial</vt:lpstr>
      <vt:lpstr>Calibri</vt:lpstr>
      <vt:lpstr>Courier</vt:lpstr>
      <vt:lpstr>Office Theme</vt:lpstr>
      <vt:lpstr>ShopDB</vt:lpstr>
      <vt:lpstr>Table of contents</vt:lpstr>
      <vt:lpstr>Project Overview</vt:lpstr>
      <vt:lpstr>Database Structure</vt:lpstr>
      <vt:lpstr>Prep Tasks</vt:lpstr>
      <vt:lpstr>Task 1: Increase All Customers’ Age by 1</vt:lpstr>
      <vt:lpstr>Task 2: Reduce a Product’s Stock After Purchase</vt:lpstr>
      <vt:lpstr>Task 3: Premium Customer Emails</vt:lpstr>
      <vt:lpstr>Task 4: Refunded Orders in Last 30 Days</vt:lpstr>
      <vt:lpstr>Task 5: Count Orders by Payment Status</vt:lpstr>
    </vt:vector>
  </TitlesOfParts>
  <LinksUpToDate>false</LinksUpToDate>
  <SharedDoc>false</SharedDoc>
  <HyperlinksChanged>false</HyperlinksChanged>
  <AppVersion>16.0000</AppVersion>
</Properties>
</file>

<file path=docProps/app0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ShopDB</dc:title>
  <dc:creator>Data Warehouse Team</dc:creator>
  <cp:keywords/>
  <cp:lastModifiedBy>Rojas, Jael</cp:lastModifiedBy>
  <cp:revision>1</cp:revision>
  <dcterms:created xsi:type="dcterms:W3CDTF">2026-04-28T20:32:26Z</dcterms:created>
  <dcterms:modified xsi:type="dcterms:W3CDTF">2026-04-28T20:39:16Z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uthors">
    <vt:lpwstr/>
  </property>
  <property fmtid="{D5CDD505-2E9C-101B-9397-08002B2CF9AE}" pid="3" name="biblio-config">
    <vt:lpwstr>True</vt:lpwstr>
  </property>
  <property fmtid="{D5CDD505-2E9C-101B-9397-08002B2CF9AE}" pid="4" name="by-author">
    <vt:lpwstr/>
  </property>
  <property fmtid="{D5CDD505-2E9C-101B-9397-08002B2CF9AE}" pid="5" name="date">
    <vt:lpwstr>2026-04-24</vt:lpwstr>
  </property>
  <property fmtid="{D5CDD505-2E9C-101B-9397-08002B2CF9AE}" pid="6" name="header-includes">
    <vt:lpwstr/>
  </property>
  <property fmtid="{D5CDD505-2E9C-101B-9397-08002B2CF9AE}" pid="7" name="include-after">
    <vt:lpwstr/>
  </property>
  <property fmtid="{D5CDD505-2E9C-101B-9397-08002B2CF9AE}" pid="8" name="include-before">
    <vt:lpwstr/>
  </property>
  <property fmtid="{D5CDD505-2E9C-101B-9397-08002B2CF9AE}" pid="9" name="labels">
    <vt:lpwstr/>
  </property>
  <property fmtid="{D5CDD505-2E9C-101B-9397-08002B2CF9AE}" pid="10" name="slide-number-format">
    <vt:lpwstr>| %d |</vt:lpwstr>
  </property>
  <property fmtid="{D5CDD505-2E9C-101B-9397-08002B2CF9AE}" pid="11" name="subtitle">
    <vt:lpwstr>MongoDB ShopDB</vt:lpwstr>
  </property>
  <property fmtid="{D5CDD505-2E9C-101B-9397-08002B2CF9AE}" pid="12" name="toc-title">
    <vt:lpwstr>Table of contents</vt:lpwstr>
  </property>
</Properties>
</file>