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notesSlides/notesSlide1.xml" ContentType="application/vnd.openxmlformats-officedocument.presentationml.notesSlide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Props/app0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openxmlformats.org/package/2006/relationships/metadata/extended-properties" Target="docProps/app0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25" r:id="rId1"/>
  </p:sldMasterIdLst>
  <p:notesMasterIdLst>
    <p:notesMasterId r:id="rId2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</p:sldIdLst>
  <p:sldSz cx="9144000" cy="5143500" type="screen16x9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43" autoAdjust="0"/>
    <p:restoredTop sz="94694" autoAdjust="0"/>
  </p:normalViewPr>
  <p:slideViewPr>
    <p:cSldViewPr snapToGrid="0" snapToObjects="1">
      <p:cViewPr varScale="1">
        <p:scale>
          <a:sx n="138" d="100"/>
          <a:sy n="138" d="100"/>
        </p:scale>
        <p:origin x="296" y="88"/>
      </p:cViewPr>
      <p:guideLst>
        <p:guide orient="horz" pos="162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diagrams/_rels/data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svg"/><Relationship Id="rId1" Type="http://schemas.openxmlformats.org/officeDocument/2006/relationships/image" Target="../media/image2.svg"/></Relationships>
</file>

<file path=ppt/diagrams/_rels/drawing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svg"/><Relationship Id="rId1" Type="http://schemas.openxmlformats.org/officeDocument/2006/relationships/image" Target="../media/image2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4EACF11D-C79C-4A1E-A6BC-68FDAC43D160}" type="doc">
      <dgm:prSet loTypeId="urn:microsoft.com/office/officeart/2005/8/layout/vList2" loCatId="list" qsTypeId="urn:microsoft.com/office/officeart/2005/8/quickstyle/simple1" qsCatId="simple" csTypeId="urn:microsoft.com/office/officeart/2005/8/colors/colorful5" csCatId="colorful" phldr="1"/>
      <dgm:spPr/>
      <dgm:t>
        <a:bodyPr/>
        <a:lstStyle/>
        <a:p>
          <a:endParaRPr lang="en-US"/>
        </a:p>
      </dgm:t>
    </dgm:pt>
    <dgm:pt modelId="{550401AB-D4D0-48FD-90C1-FC9F0838D089}">
      <dgm:prSet/>
      <dgm:spPr/>
      <dgm:t>
        <a:bodyPr/>
        <a:lstStyle/>
        <a:p>
          <a:r>
            <a:rPr lang="en-US"/>
            <a:t>Project Overview</a:t>
          </a:r>
        </a:p>
      </dgm:t>
    </dgm:pt>
    <dgm:pt modelId="{C9570BDF-BF68-43C8-A9FD-345A91434E8E}" type="parTrans" cxnId="{8C68F923-88C4-418C-8D67-2ACF6AA8F855}">
      <dgm:prSet/>
      <dgm:spPr/>
      <dgm:t>
        <a:bodyPr/>
        <a:lstStyle/>
        <a:p>
          <a:endParaRPr lang="en-US"/>
        </a:p>
      </dgm:t>
    </dgm:pt>
    <dgm:pt modelId="{6AF3B7A4-CBB5-4418-8667-EB81335D534E}" type="sibTrans" cxnId="{8C68F923-88C4-418C-8D67-2ACF6AA8F855}">
      <dgm:prSet/>
      <dgm:spPr/>
      <dgm:t>
        <a:bodyPr/>
        <a:lstStyle/>
        <a:p>
          <a:endParaRPr lang="en-US"/>
        </a:p>
      </dgm:t>
    </dgm:pt>
    <dgm:pt modelId="{C5376352-24AE-47AC-A829-A01897B8F556}">
      <dgm:prSet/>
      <dgm:spPr/>
      <dgm:t>
        <a:bodyPr/>
        <a:lstStyle/>
        <a:p>
          <a:r>
            <a:rPr lang="en-US" dirty="0"/>
            <a:t>Database Structure</a:t>
          </a:r>
        </a:p>
      </dgm:t>
    </dgm:pt>
    <dgm:pt modelId="{0F9FB619-3597-4AF5-A91D-C4867F3380A9}" type="parTrans" cxnId="{CB271ED5-6103-4902-AA83-687A1B1F117B}">
      <dgm:prSet/>
      <dgm:spPr/>
      <dgm:t>
        <a:bodyPr/>
        <a:lstStyle/>
        <a:p>
          <a:endParaRPr lang="en-US"/>
        </a:p>
      </dgm:t>
    </dgm:pt>
    <dgm:pt modelId="{6F3AFD73-61CC-43CB-9C33-AB7BAD8FD17D}" type="sibTrans" cxnId="{CB271ED5-6103-4902-AA83-687A1B1F117B}">
      <dgm:prSet/>
      <dgm:spPr/>
      <dgm:t>
        <a:bodyPr/>
        <a:lstStyle/>
        <a:p>
          <a:endParaRPr lang="en-US"/>
        </a:p>
      </dgm:t>
    </dgm:pt>
    <dgm:pt modelId="{8983C453-299F-411C-9CA9-7ABCA6804854}">
      <dgm:prSet/>
      <dgm:spPr/>
      <dgm:t>
        <a:bodyPr/>
        <a:lstStyle/>
        <a:p>
          <a:r>
            <a:rPr lang="en-US"/>
            <a:t>Prep Tasks</a:t>
          </a:r>
        </a:p>
      </dgm:t>
    </dgm:pt>
    <dgm:pt modelId="{7924C90D-8372-45BE-9188-7907DBCAABFB}" type="parTrans" cxnId="{98B5B315-7FCF-42FC-A223-0443DC9300CC}">
      <dgm:prSet/>
      <dgm:spPr/>
      <dgm:t>
        <a:bodyPr/>
        <a:lstStyle/>
        <a:p>
          <a:endParaRPr lang="en-US"/>
        </a:p>
      </dgm:t>
    </dgm:pt>
    <dgm:pt modelId="{7DAB5016-5D3A-4055-BA02-1A7554AA48EF}" type="sibTrans" cxnId="{98B5B315-7FCF-42FC-A223-0443DC9300CC}">
      <dgm:prSet/>
      <dgm:spPr/>
      <dgm:t>
        <a:bodyPr/>
        <a:lstStyle/>
        <a:p>
          <a:endParaRPr lang="en-US"/>
        </a:p>
      </dgm:t>
    </dgm:pt>
    <dgm:pt modelId="{500E33AE-4701-4652-B8B5-CDA4D86ED2B8}">
      <dgm:prSet/>
      <dgm:spPr/>
      <dgm:t>
        <a:bodyPr/>
        <a:lstStyle/>
        <a:p>
          <a:r>
            <a:rPr lang="en-US" dirty="0"/>
            <a:t>Task 1: Increase All Customers’ Age by 1</a:t>
          </a:r>
        </a:p>
      </dgm:t>
    </dgm:pt>
    <dgm:pt modelId="{4B491BDD-820E-40F5-81A6-6D7DCC3F0F36}" type="parTrans" cxnId="{2370DEF7-4619-43E1-82B7-2C18DE910EE9}">
      <dgm:prSet/>
      <dgm:spPr/>
      <dgm:t>
        <a:bodyPr/>
        <a:lstStyle/>
        <a:p>
          <a:endParaRPr lang="en-US"/>
        </a:p>
      </dgm:t>
    </dgm:pt>
    <dgm:pt modelId="{794C508E-0F5D-4E62-8DA1-02929D245197}" type="sibTrans" cxnId="{2370DEF7-4619-43E1-82B7-2C18DE910EE9}">
      <dgm:prSet/>
      <dgm:spPr/>
      <dgm:t>
        <a:bodyPr/>
        <a:lstStyle/>
        <a:p>
          <a:endParaRPr lang="en-US"/>
        </a:p>
      </dgm:t>
    </dgm:pt>
    <dgm:pt modelId="{31E0ED02-E6D3-4D75-8218-5E65848DB773}">
      <dgm:prSet/>
      <dgm:spPr/>
      <dgm:t>
        <a:bodyPr/>
        <a:lstStyle/>
        <a:p>
          <a:r>
            <a:rPr lang="en-US" dirty="0"/>
            <a:t>Task 2: Reduce a Product’s Stock After Purchase</a:t>
          </a:r>
        </a:p>
      </dgm:t>
    </dgm:pt>
    <dgm:pt modelId="{FA1D29A8-FEF4-4110-9114-F58E432EC447}" type="parTrans" cxnId="{1C11C49B-2CCF-426A-AAA8-6AE98D4A7048}">
      <dgm:prSet/>
      <dgm:spPr/>
      <dgm:t>
        <a:bodyPr/>
        <a:lstStyle/>
        <a:p>
          <a:endParaRPr lang="en-US"/>
        </a:p>
      </dgm:t>
    </dgm:pt>
    <dgm:pt modelId="{96DD7D51-BDE1-47F9-A49A-C852EDB023C0}" type="sibTrans" cxnId="{1C11C49B-2CCF-426A-AAA8-6AE98D4A7048}">
      <dgm:prSet/>
      <dgm:spPr/>
      <dgm:t>
        <a:bodyPr/>
        <a:lstStyle/>
        <a:p>
          <a:endParaRPr lang="en-US"/>
        </a:p>
      </dgm:t>
    </dgm:pt>
    <dgm:pt modelId="{18F5DEA1-2C35-41EC-880B-AC8A1776981F}">
      <dgm:prSet/>
      <dgm:spPr/>
      <dgm:t>
        <a:bodyPr/>
        <a:lstStyle/>
        <a:p>
          <a:r>
            <a:rPr lang="en-US" dirty="0"/>
            <a:t>Task 3: Premium Customer Emails</a:t>
          </a:r>
        </a:p>
      </dgm:t>
    </dgm:pt>
    <dgm:pt modelId="{CF0518FE-119E-4EC5-8394-4B77ED05A826}" type="parTrans" cxnId="{76DB5130-C4CC-4F47-9AAB-59F1136459D5}">
      <dgm:prSet/>
      <dgm:spPr/>
      <dgm:t>
        <a:bodyPr/>
        <a:lstStyle/>
        <a:p>
          <a:endParaRPr lang="en-US"/>
        </a:p>
      </dgm:t>
    </dgm:pt>
    <dgm:pt modelId="{2B219B7B-03DF-4148-831F-65283862BB5E}" type="sibTrans" cxnId="{76DB5130-C4CC-4F47-9AAB-59F1136459D5}">
      <dgm:prSet/>
      <dgm:spPr/>
      <dgm:t>
        <a:bodyPr/>
        <a:lstStyle/>
        <a:p>
          <a:endParaRPr lang="en-US"/>
        </a:p>
      </dgm:t>
    </dgm:pt>
    <dgm:pt modelId="{ECF83509-C957-4C31-97F8-537A2DD186A8}">
      <dgm:prSet/>
      <dgm:spPr/>
      <dgm:t>
        <a:bodyPr/>
        <a:lstStyle/>
        <a:p>
          <a:r>
            <a:rPr lang="en-US" dirty="0"/>
            <a:t>Task 4: Refunded Orders in Last 30 Days</a:t>
          </a:r>
        </a:p>
      </dgm:t>
    </dgm:pt>
    <dgm:pt modelId="{15762A5A-4D91-481C-9835-45ACEBD8F422}" type="parTrans" cxnId="{08403FA1-9180-4BBA-8474-A7AEE39143BE}">
      <dgm:prSet/>
      <dgm:spPr/>
      <dgm:t>
        <a:bodyPr/>
        <a:lstStyle/>
        <a:p>
          <a:endParaRPr lang="en-US"/>
        </a:p>
      </dgm:t>
    </dgm:pt>
    <dgm:pt modelId="{41EB2FDF-F31E-4F4E-9F10-8E0FCD6E78F7}" type="sibTrans" cxnId="{08403FA1-9180-4BBA-8474-A7AEE39143BE}">
      <dgm:prSet/>
      <dgm:spPr/>
      <dgm:t>
        <a:bodyPr/>
        <a:lstStyle/>
        <a:p>
          <a:endParaRPr lang="en-US"/>
        </a:p>
      </dgm:t>
    </dgm:pt>
    <dgm:pt modelId="{6A4C8A5D-9EBD-4EDD-B72D-0B8C2E7B9CFD}">
      <dgm:prSet/>
      <dgm:spPr/>
      <dgm:t>
        <a:bodyPr/>
        <a:lstStyle/>
        <a:p>
          <a:r>
            <a:rPr lang="en-US" dirty="0"/>
            <a:t>Task 5: Count Orders by Payment Status</a:t>
          </a:r>
        </a:p>
      </dgm:t>
    </dgm:pt>
    <dgm:pt modelId="{204F162D-9F39-4AFF-A10F-E93013FE916F}" type="parTrans" cxnId="{71C48F80-796C-422B-A0DE-16AA56545BFB}">
      <dgm:prSet/>
      <dgm:spPr/>
      <dgm:t>
        <a:bodyPr/>
        <a:lstStyle/>
        <a:p>
          <a:endParaRPr lang="en-US"/>
        </a:p>
      </dgm:t>
    </dgm:pt>
    <dgm:pt modelId="{F7988275-A897-4816-8C73-A2B874DBA7FC}" type="sibTrans" cxnId="{71C48F80-796C-422B-A0DE-16AA56545BFB}">
      <dgm:prSet/>
      <dgm:spPr/>
      <dgm:t>
        <a:bodyPr/>
        <a:lstStyle/>
        <a:p>
          <a:endParaRPr lang="en-US"/>
        </a:p>
      </dgm:t>
    </dgm:pt>
    <dgm:pt modelId="{C2ABF2DC-6244-4FDA-A7F8-EC548A8B80B5}">
      <dgm:prSet/>
      <dgm:spPr/>
      <dgm:t>
        <a:bodyPr/>
        <a:lstStyle/>
        <a:p>
          <a:r>
            <a:rPr lang="en-US" dirty="0">
              <a:solidFill>
                <a:schemeClr val="tx1">
                  <a:lumMod val="95000"/>
                </a:schemeClr>
              </a:solidFill>
            </a:rPr>
            <a:t>Task 6: </a:t>
          </a:r>
          <a:r>
            <a:rPr lang="en-US" b="1" i="0" dirty="0">
              <a:solidFill>
                <a:schemeClr val="tx1">
                  <a:lumMod val="95000"/>
                </a:schemeClr>
              </a:solidFill>
              <a:effectLst/>
              <a:latin typeface="+mn-lt"/>
              <a:ea typeface="+mn-ea"/>
              <a:cs typeface="+mn-cs"/>
            </a:rPr>
            <a:t>Promote high-activity customers to premium</a:t>
          </a:r>
        </a:p>
      </dgm:t>
    </dgm:pt>
    <dgm:pt modelId="{3A5A61AE-E7CC-4C91-B3DD-435BFBF59372}" type="parTrans" cxnId="{7CA3C073-7C85-4473-A644-523197CFCC5B}">
      <dgm:prSet/>
      <dgm:spPr/>
      <dgm:t>
        <a:bodyPr/>
        <a:lstStyle/>
        <a:p>
          <a:endParaRPr lang="en-US"/>
        </a:p>
      </dgm:t>
    </dgm:pt>
    <dgm:pt modelId="{0C6640C9-8325-4474-853F-350E42FB84B7}" type="sibTrans" cxnId="{7CA3C073-7C85-4473-A644-523197CFCC5B}">
      <dgm:prSet/>
      <dgm:spPr/>
      <dgm:t>
        <a:bodyPr/>
        <a:lstStyle/>
        <a:p>
          <a:endParaRPr lang="en-US"/>
        </a:p>
      </dgm:t>
    </dgm:pt>
    <dgm:pt modelId="{11EB0207-0307-413D-91A8-A42162B07470}">
      <dgm:prSet/>
      <dgm:spPr/>
      <dgm:t>
        <a:bodyPr/>
        <a:lstStyle/>
        <a:p>
          <a:r>
            <a:rPr lang="en-US" b="1">
              <a:solidFill>
                <a:srgbClr val="FFFFFF"/>
              </a:solidFill>
            </a:rPr>
            <a:t>Task 7: Products costing more than $200</a:t>
          </a:r>
          <a:endParaRPr lang="en-US"/>
        </a:p>
      </dgm:t>
    </dgm:pt>
    <dgm:pt modelId="{BF283C48-5A55-4EF1-9394-62C7469AAAF7}" type="parTrans" cxnId="{4AFA6EB9-ACA5-4C70-B6D4-E99F68352B29}">
      <dgm:prSet/>
      <dgm:spPr/>
      <dgm:t>
        <a:bodyPr/>
        <a:lstStyle/>
        <a:p>
          <a:endParaRPr lang="en-US"/>
        </a:p>
      </dgm:t>
    </dgm:pt>
    <dgm:pt modelId="{9F905ED2-C75B-4483-8438-D408DDF916A0}" type="sibTrans" cxnId="{4AFA6EB9-ACA5-4C70-B6D4-E99F68352B29}">
      <dgm:prSet/>
      <dgm:spPr/>
      <dgm:t>
        <a:bodyPr/>
        <a:lstStyle/>
        <a:p>
          <a:endParaRPr lang="en-US"/>
        </a:p>
      </dgm:t>
    </dgm:pt>
    <dgm:pt modelId="{BF323E95-1F83-4274-8C44-A71DEECC580F}">
      <dgm:prSet/>
      <dgm:spPr/>
      <dgm:t>
        <a:bodyPr/>
        <a:lstStyle/>
        <a:p>
          <a:r>
            <a:rPr lang="en-US" b="1" dirty="0">
              <a:solidFill>
                <a:srgbClr val="FFFFFF"/>
              </a:solidFill>
            </a:rPr>
            <a:t>Task 8: Orders including a specific product</a:t>
          </a:r>
          <a:endParaRPr lang="en-US" dirty="0"/>
        </a:p>
      </dgm:t>
    </dgm:pt>
    <dgm:pt modelId="{C3961AC7-5830-4624-B687-AC5A43284558}" type="parTrans" cxnId="{2CF9528E-B040-4391-A704-706E335FBDC9}">
      <dgm:prSet/>
      <dgm:spPr/>
      <dgm:t>
        <a:bodyPr/>
        <a:lstStyle/>
        <a:p>
          <a:endParaRPr lang="en-US"/>
        </a:p>
      </dgm:t>
    </dgm:pt>
    <dgm:pt modelId="{CA1790D0-4974-4CD6-BD20-AF68DC6771BA}" type="sibTrans" cxnId="{2CF9528E-B040-4391-A704-706E335FBDC9}">
      <dgm:prSet/>
      <dgm:spPr/>
      <dgm:t>
        <a:bodyPr/>
        <a:lstStyle/>
        <a:p>
          <a:endParaRPr lang="en-US"/>
        </a:p>
      </dgm:t>
    </dgm:pt>
    <dgm:pt modelId="{4C97E54A-0422-4D7F-90D6-368DB2187008}">
      <dgm:prSet/>
      <dgm:spPr/>
      <dgm:t>
        <a:bodyPr/>
        <a:lstStyle/>
        <a:p>
          <a:r>
            <a:rPr lang="en-US" b="1">
              <a:solidFill>
                <a:srgbClr val="FFFFFF"/>
              </a:solidFill>
            </a:rPr>
            <a:t>Task 9: Delete customers never placed an order</a:t>
          </a:r>
          <a:endParaRPr lang="en-US"/>
        </a:p>
      </dgm:t>
    </dgm:pt>
    <dgm:pt modelId="{3B97FC4B-6653-4801-9423-46F60A85C6C7}" type="parTrans" cxnId="{DC8B097E-D1FB-44C6-BF15-504C56FC4115}">
      <dgm:prSet/>
      <dgm:spPr/>
      <dgm:t>
        <a:bodyPr/>
        <a:lstStyle/>
        <a:p>
          <a:endParaRPr lang="en-US"/>
        </a:p>
      </dgm:t>
    </dgm:pt>
    <dgm:pt modelId="{939BDB83-C50F-4B61-B9EA-411F455D5CCD}" type="sibTrans" cxnId="{DC8B097E-D1FB-44C6-BF15-504C56FC4115}">
      <dgm:prSet/>
      <dgm:spPr/>
      <dgm:t>
        <a:bodyPr/>
        <a:lstStyle/>
        <a:p>
          <a:endParaRPr lang="en-US"/>
        </a:p>
      </dgm:t>
    </dgm:pt>
    <dgm:pt modelId="{9B8661C8-F103-4F5A-A683-11999DEB9001}">
      <dgm:prSet/>
      <dgm:spPr/>
      <dgm:t>
        <a:bodyPr/>
        <a:lstStyle/>
        <a:p>
          <a:r>
            <a:rPr lang="en-US" b="1">
              <a:solidFill>
                <a:srgbClr val="FFFFFF"/>
              </a:solidFill>
            </a:rPr>
            <a:t>Task 10: Categories preferred by customers under 25</a:t>
          </a:r>
          <a:endParaRPr lang="en-US"/>
        </a:p>
      </dgm:t>
    </dgm:pt>
    <dgm:pt modelId="{2901BB36-E979-4D54-9919-CA98263519B0}" type="parTrans" cxnId="{F6AB5545-2F1F-4C26-BB54-87A284170203}">
      <dgm:prSet/>
      <dgm:spPr/>
      <dgm:t>
        <a:bodyPr/>
        <a:lstStyle/>
        <a:p>
          <a:endParaRPr lang="en-US"/>
        </a:p>
      </dgm:t>
    </dgm:pt>
    <dgm:pt modelId="{C5DF1233-1DEC-48E8-B7BF-BB2D923627E9}" type="sibTrans" cxnId="{F6AB5545-2F1F-4C26-BB54-87A284170203}">
      <dgm:prSet/>
      <dgm:spPr/>
      <dgm:t>
        <a:bodyPr/>
        <a:lstStyle/>
        <a:p>
          <a:endParaRPr lang="en-US"/>
        </a:p>
      </dgm:t>
    </dgm:pt>
    <dgm:pt modelId="{14BECA33-1832-4C64-883D-1309AC1571F9}">
      <dgm:prSet/>
      <dgm:spPr/>
      <dgm:t>
        <a:bodyPr/>
        <a:lstStyle/>
        <a:p>
          <a:r>
            <a:rPr lang="en-US" altLang="zh-CN" b="1">
              <a:solidFill>
                <a:srgbClr val="FFFFFF"/>
              </a:solidFill>
            </a:rPr>
            <a:t>Task 11:</a:t>
          </a:r>
          <a:r>
            <a:rPr lang="en-US" b="1">
              <a:solidFill>
                <a:srgbClr val="FFFFFF"/>
              </a:solidFill>
            </a:rPr>
            <a:t>Customers with emails from Yahoo/Gmail</a:t>
          </a:r>
          <a:endParaRPr lang="en-US"/>
        </a:p>
      </dgm:t>
    </dgm:pt>
    <dgm:pt modelId="{90321939-388E-40B5-B44F-F9875C8DE668}" type="parTrans" cxnId="{96385D1E-856E-4AFD-803E-C2F8E0358950}">
      <dgm:prSet/>
      <dgm:spPr/>
      <dgm:t>
        <a:bodyPr/>
        <a:lstStyle/>
        <a:p>
          <a:endParaRPr lang="en-US"/>
        </a:p>
      </dgm:t>
    </dgm:pt>
    <dgm:pt modelId="{6F017534-0D9B-42A8-A062-0AEFDF4E9DEF}" type="sibTrans" cxnId="{96385D1E-856E-4AFD-803E-C2F8E0358950}">
      <dgm:prSet/>
      <dgm:spPr/>
      <dgm:t>
        <a:bodyPr/>
        <a:lstStyle/>
        <a:p>
          <a:endParaRPr lang="en-US"/>
        </a:p>
      </dgm:t>
    </dgm:pt>
    <dgm:pt modelId="{CE378A8E-7F74-4588-9A84-DA8E8F5FAD47}">
      <dgm:prSet/>
      <dgm:spPr/>
      <dgm:t>
        <a:bodyPr/>
        <a:lstStyle/>
        <a:p>
          <a:r>
            <a:rPr lang="en-US" b="1" dirty="0"/>
            <a:t>Execution Time and Ranking</a:t>
          </a:r>
          <a:endParaRPr lang="en-US" dirty="0"/>
        </a:p>
      </dgm:t>
    </dgm:pt>
    <dgm:pt modelId="{3CC5E356-4C62-4D50-8098-13B4E3B4697B}" type="parTrans" cxnId="{77B4A6BA-2FE5-45CB-A9ED-3A62B8D88539}">
      <dgm:prSet/>
      <dgm:spPr/>
      <dgm:t>
        <a:bodyPr/>
        <a:lstStyle/>
        <a:p>
          <a:endParaRPr lang="en-US"/>
        </a:p>
      </dgm:t>
    </dgm:pt>
    <dgm:pt modelId="{A5321C8C-D7E1-40C2-B84C-F3BBE627CD92}" type="sibTrans" cxnId="{77B4A6BA-2FE5-45CB-A9ED-3A62B8D88539}">
      <dgm:prSet/>
      <dgm:spPr/>
      <dgm:t>
        <a:bodyPr/>
        <a:lstStyle/>
        <a:p>
          <a:endParaRPr lang="en-US"/>
        </a:p>
      </dgm:t>
    </dgm:pt>
    <dgm:pt modelId="{2827E7FC-3DA8-45A3-A9DF-61AD1F49EF6E}">
      <dgm:prSet/>
      <dgm:spPr/>
      <dgm:t>
        <a:bodyPr/>
        <a:lstStyle/>
        <a:p>
          <a:r>
            <a:rPr lang="en-US" b="1"/>
            <a:t>MongoDB Performance Summary</a:t>
          </a:r>
          <a:endParaRPr lang="en-US"/>
        </a:p>
      </dgm:t>
    </dgm:pt>
    <dgm:pt modelId="{E5351783-3684-4B3F-B09B-85618E240DE5}" type="parTrans" cxnId="{4625993F-F16D-4B16-AC49-CC91DACE0158}">
      <dgm:prSet/>
      <dgm:spPr/>
      <dgm:t>
        <a:bodyPr/>
        <a:lstStyle/>
        <a:p>
          <a:endParaRPr lang="en-US"/>
        </a:p>
      </dgm:t>
    </dgm:pt>
    <dgm:pt modelId="{354BE997-99EA-4B96-91A3-248A899E9F9B}" type="sibTrans" cxnId="{4625993F-F16D-4B16-AC49-CC91DACE0158}">
      <dgm:prSet/>
      <dgm:spPr/>
      <dgm:t>
        <a:bodyPr/>
        <a:lstStyle/>
        <a:p>
          <a:endParaRPr lang="en-US"/>
        </a:p>
      </dgm:t>
    </dgm:pt>
    <dgm:pt modelId="{F949890A-2675-4760-AA91-21FAAC198309}" type="pres">
      <dgm:prSet presAssocID="{4EACF11D-C79C-4A1E-A6BC-68FDAC43D160}" presName="linear" presStyleCnt="0">
        <dgm:presLayoutVars>
          <dgm:animLvl val="lvl"/>
          <dgm:resizeHandles val="exact"/>
        </dgm:presLayoutVars>
      </dgm:prSet>
      <dgm:spPr/>
    </dgm:pt>
    <dgm:pt modelId="{E13786DF-C529-4DFB-9E5C-AF19967AD842}" type="pres">
      <dgm:prSet presAssocID="{550401AB-D4D0-48FD-90C1-FC9F0838D089}" presName="parentText" presStyleLbl="node1" presStyleIdx="0" presStyleCnt="16">
        <dgm:presLayoutVars>
          <dgm:chMax val="0"/>
          <dgm:bulletEnabled val="1"/>
        </dgm:presLayoutVars>
      </dgm:prSet>
      <dgm:spPr/>
    </dgm:pt>
    <dgm:pt modelId="{34FFB750-18C2-4B0A-AA00-C4E671250352}" type="pres">
      <dgm:prSet presAssocID="{6AF3B7A4-CBB5-4418-8667-EB81335D534E}" presName="spacer" presStyleCnt="0"/>
      <dgm:spPr/>
    </dgm:pt>
    <dgm:pt modelId="{FE8432FC-CAA3-4106-845A-65741B01A7FA}" type="pres">
      <dgm:prSet presAssocID="{C5376352-24AE-47AC-A829-A01897B8F556}" presName="parentText" presStyleLbl="node1" presStyleIdx="1" presStyleCnt="16">
        <dgm:presLayoutVars>
          <dgm:chMax val="0"/>
          <dgm:bulletEnabled val="1"/>
        </dgm:presLayoutVars>
      </dgm:prSet>
      <dgm:spPr/>
    </dgm:pt>
    <dgm:pt modelId="{7961907C-9BB1-4FF9-BB6E-676D80C6F358}" type="pres">
      <dgm:prSet presAssocID="{6F3AFD73-61CC-43CB-9C33-AB7BAD8FD17D}" presName="spacer" presStyleCnt="0"/>
      <dgm:spPr/>
    </dgm:pt>
    <dgm:pt modelId="{25746BB5-3155-4B0D-82EF-FAD1152278A7}" type="pres">
      <dgm:prSet presAssocID="{8983C453-299F-411C-9CA9-7ABCA6804854}" presName="parentText" presStyleLbl="node1" presStyleIdx="2" presStyleCnt="16">
        <dgm:presLayoutVars>
          <dgm:chMax val="0"/>
          <dgm:bulletEnabled val="1"/>
        </dgm:presLayoutVars>
      </dgm:prSet>
      <dgm:spPr/>
    </dgm:pt>
    <dgm:pt modelId="{47D0ADA1-4174-4ADB-B0E8-9AF1A8E6C4DE}" type="pres">
      <dgm:prSet presAssocID="{7DAB5016-5D3A-4055-BA02-1A7554AA48EF}" presName="spacer" presStyleCnt="0"/>
      <dgm:spPr/>
    </dgm:pt>
    <dgm:pt modelId="{0D8A274A-CB40-4506-BFFA-27F3DB6AFF27}" type="pres">
      <dgm:prSet presAssocID="{500E33AE-4701-4652-B8B5-CDA4D86ED2B8}" presName="parentText" presStyleLbl="node1" presStyleIdx="3" presStyleCnt="16">
        <dgm:presLayoutVars>
          <dgm:chMax val="0"/>
          <dgm:bulletEnabled val="1"/>
        </dgm:presLayoutVars>
      </dgm:prSet>
      <dgm:spPr/>
    </dgm:pt>
    <dgm:pt modelId="{40DF7D82-FA90-43D4-BFDF-1706475C4444}" type="pres">
      <dgm:prSet presAssocID="{794C508E-0F5D-4E62-8DA1-02929D245197}" presName="spacer" presStyleCnt="0"/>
      <dgm:spPr/>
    </dgm:pt>
    <dgm:pt modelId="{BC1733C1-26B9-4991-9BC9-2B39D3CF32B6}" type="pres">
      <dgm:prSet presAssocID="{31E0ED02-E6D3-4D75-8218-5E65848DB773}" presName="parentText" presStyleLbl="node1" presStyleIdx="4" presStyleCnt="16">
        <dgm:presLayoutVars>
          <dgm:chMax val="0"/>
          <dgm:bulletEnabled val="1"/>
        </dgm:presLayoutVars>
      </dgm:prSet>
      <dgm:spPr/>
    </dgm:pt>
    <dgm:pt modelId="{1484EA9C-EC60-4923-8C8F-D3F871169F8E}" type="pres">
      <dgm:prSet presAssocID="{96DD7D51-BDE1-47F9-A49A-C852EDB023C0}" presName="spacer" presStyleCnt="0"/>
      <dgm:spPr/>
    </dgm:pt>
    <dgm:pt modelId="{D4ACC9A5-721E-4880-9D45-C143D260BFB7}" type="pres">
      <dgm:prSet presAssocID="{18F5DEA1-2C35-41EC-880B-AC8A1776981F}" presName="parentText" presStyleLbl="node1" presStyleIdx="5" presStyleCnt="16">
        <dgm:presLayoutVars>
          <dgm:chMax val="0"/>
          <dgm:bulletEnabled val="1"/>
        </dgm:presLayoutVars>
      </dgm:prSet>
      <dgm:spPr/>
    </dgm:pt>
    <dgm:pt modelId="{93EBA700-6017-4D00-93BE-F4263EB25579}" type="pres">
      <dgm:prSet presAssocID="{2B219B7B-03DF-4148-831F-65283862BB5E}" presName="spacer" presStyleCnt="0"/>
      <dgm:spPr/>
    </dgm:pt>
    <dgm:pt modelId="{9A025C7C-C896-4D3D-9E42-ADC000DEAD6E}" type="pres">
      <dgm:prSet presAssocID="{ECF83509-C957-4C31-97F8-537A2DD186A8}" presName="parentText" presStyleLbl="node1" presStyleIdx="6" presStyleCnt="16">
        <dgm:presLayoutVars>
          <dgm:chMax val="0"/>
          <dgm:bulletEnabled val="1"/>
        </dgm:presLayoutVars>
      </dgm:prSet>
      <dgm:spPr/>
    </dgm:pt>
    <dgm:pt modelId="{7CCC4CD3-A6F6-47A2-8840-1F151995E767}" type="pres">
      <dgm:prSet presAssocID="{41EB2FDF-F31E-4F4E-9F10-8E0FCD6E78F7}" presName="spacer" presStyleCnt="0"/>
      <dgm:spPr/>
    </dgm:pt>
    <dgm:pt modelId="{0F88C10D-8E1C-4175-830D-AE2A9F43B91C}" type="pres">
      <dgm:prSet presAssocID="{6A4C8A5D-9EBD-4EDD-B72D-0B8C2E7B9CFD}" presName="parentText" presStyleLbl="node1" presStyleIdx="7" presStyleCnt="16">
        <dgm:presLayoutVars>
          <dgm:chMax val="0"/>
          <dgm:bulletEnabled val="1"/>
        </dgm:presLayoutVars>
      </dgm:prSet>
      <dgm:spPr/>
    </dgm:pt>
    <dgm:pt modelId="{63F72E99-0049-4274-9F9B-4221D4332B8F}" type="pres">
      <dgm:prSet presAssocID="{F7988275-A897-4816-8C73-A2B874DBA7FC}" presName="spacer" presStyleCnt="0"/>
      <dgm:spPr/>
    </dgm:pt>
    <dgm:pt modelId="{B928ED66-C329-420F-B129-0343AB4167D0}" type="pres">
      <dgm:prSet presAssocID="{C2ABF2DC-6244-4FDA-A7F8-EC548A8B80B5}" presName="parentText" presStyleLbl="node1" presStyleIdx="8" presStyleCnt="16">
        <dgm:presLayoutVars>
          <dgm:chMax val="0"/>
          <dgm:bulletEnabled val="1"/>
        </dgm:presLayoutVars>
      </dgm:prSet>
      <dgm:spPr/>
    </dgm:pt>
    <dgm:pt modelId="{F33CA31F-E02C-436D-890E-85DB1D48645C}" type="pres">
      <dgm:prSet presAssocID="{0C6640C9-8325-4474-853F-350E42FB84B7}" presName="spacer" presStyleCnt="0"/>
      <dgm:spPr/>
    </dgm:pt>
    <dgm:pt modelId="{B14B5C91-16CA-474D-BE89-262E7AD26B1B}" type="pres">
      <dgm:prSet presAssocID="{11EB0207-0307-413D-91A8-A42162B07470}" presName="parentText" presStyleLbl="node1" presStyleIdx="9" presStyleCnt="16">
        <dgm:presLayoutVars>
          <dgm:chMax val="0"/>
          <dgm:bulletEnabled val="1"/>
        </dgm:presLayoutVars>
      </dgm:prSet>
      <dgm:spPr/>
    </dgm:pt>
    <dgm:pt modelId="{B91197CC-5B8E-40EE-A55F-FA2904357E63}" type="pres">
      <dgm:prSet presAssocID="{9F905ED2-C75B-4483-8438-D408DDF916A0}" presName="spacer" presStyleCnt="0"/>
      <dgm:spPr/>
    </dgm:pt>
    <dgm:pt modelId="{D81EDBB2-7029-4D91-8933-F0DEFD6F1ECF}" type="pres">
      <dgm:prSet presAssocID="{BF323E95-1F83-4274-8C44-A71DEECC580F}" presName="parentText" presStyleLbl="node1" presStyleIdx="10" presStyleCnt="16">
        <dgm:presLayoutVars>
          <dgm:chMax val="0"/>
          <dgm:bulletEnabled val="1"/>
        </dgm:presLayoutVars>
      </dgm:prSet>
      <dgm:spPr/>
    </dgm:pt>
    <dgm:pt modelId="{D9DC4097-E2FB-4FEF-9E13-4666FFC8A34B}" type="pres">
      <dgm:prSet presAssocID="{CA1790D0-4974-4CD6-BD20-AF68DC6771BA}" presName="spacer" presStyleCnt="0"/>
      <dgm:spPr/>
    </dgm:pt>
    <dgm:pt modelId="{42E4AD15-1672-4D73-BAC1-87D01A30167A}" type="pres">
      <dgm:prSet presAssocID="{4C97E54A-0422-4D7F-90D6-368DB2187008}" presName="parentText" presStyleLbl="node1" presStyleIdx="11" presStyleCnt="16">
        <dgm:presLayoutVars>
          <dgm:chMax val="0"/>
          <dgm:bulletEnabled val="1"/>
        </dgm:presLayoutVars>
      </dgm:prSet>
      <dgm:spPr/>
    </dgm:pt>
    <dgm:pt modelId="{955ED9DD-F0BC-4020-923E-A072CB1AD6A0}" type="pres">
      <dgm:prSet presAssocID="{939BDB83-C50F-4B61-B9EA-411F455D5CCD}" presName="spacer" presStyleCnt="0"/>
      <dgm:spPr/>
    </dgm:pt>
    <dgm:pt modelId="{1F051849-A172-4585-B74B-15D1FA70E40E}" type="pres">
      <dgm:prSet presAssocID="{9B8661C8-F103-4F5A-A683-11999DEB9001}" presName="parentText" presStyleLbl="node1" presStyleIdx="12" presStyleCnt="16">
        <dgm:presLayoutVars>
          <dgm:chMax val="0"/>
          <dgm:bulletEnabled val="1"/>
        </dgm:presLayoutVars>
      </dgm:prSet>
      <dgm:spPr/>
    </dgm:pt>
    <dgm:pt modelId="{38F52AF7-7DB2-49D9-9900-F0D74BDC0DBE}" type="pres">
      <dgm:prSet presAssocID="{C5DF1233-1DEC-48E8-B7BF-BB2D923627E9}" presName="spacer" presStyleCnt="0"/>
      <dgm:spPr/>
    </dgm:pt>
    <dgm:pt modelId="{CEA6296E-F575-4580-92E3-46ADAE54908B}" type="pres">
      <dgm:prSet presAssocID="{14BECA33-1832-4C64-883D-1309AC1571F9}" presName="parentText" presStyleLbl="node1" presStyleIdx="13" presStyleCnt="16">
        <dgm:presLayoutVars>
          <dgm:chMax val="0"/>
          <dgm:bulletEnabled val="1"/>
        </dgm:presLayoutVars>
      </dgm:prSet>
      <dgm:spPr/>
    </dgm:pt>
    <dgm:pt modelId="{D4B7FBC4-71FA-4C37-B622-C6B826789B50}" type="pres">
      <dgm:prSet presAssocID="{6F017534-0D9B-42A8-A062-0AEFDF4E9DEF}" presName="spacer" presStyleCnt="0"/>
      <dgm:spPr/>
    </dgm:pt>
    <dgm:pt modelId="{B3F71D6D-D22E-404F-B9E6-CF24E7D85074}" type="pres">
      <dgm:prSet presAssocID="{CE378A8E-7F74-4588-9A84-DA8E8F5FAD47}" presName="parentText" presStyleLbl="node1" presStyleIdx="14" presStyleCnt="16">
        <dgm:presLayoutVars>
          <dgm:chMax val="0"/>
          <dgm:bulletEnabled val="1"/>
        </dgm:presLayoutVars>
      </dgm:prSet>
      <dgm:spPr/>
    </dgm:pt>
    <dgm:pt modelId="{A41BCE03-AB53-43F9-B564-B25285B9F739}" type="pres">
      <dgm:prSet presAssocID="{A5321C8C-D7E1-40C2-B84C-F3BBE627CD92}" presName="spacer" presStyleCnt="0"/>
      <dgm:spPr/>
    </dgm:pt>
    <dgm:pt modelId="{A20EE3E9-0636-4E85-9B22-A75489C7D9CB}" type="pres">
      <dgm:prSet presAssocID="{2827E7FC-3DA8-45A3-A9DF-61AD1F49EF6E}" presName="parentText" presStyleLbl="node1" presStyleIdx="15" presStyleCnt="16">
        <dgm:presLayoutVars>
          <dgm:chMax val="0"/>
          <dgm:bulletEnabled val="1"/>
        </dgm:presLayoutVars>
      </dgm:prSet>
      <dgm:spPr/>
    </dgm:pt>
  </dgm:ptLst>
  <dgm:cxnLst>
    <dgm:cxn modelId="{98B5B315-7FCF-42FC-A223-0443DC9300CC}" srcId="{4EACF11D-C79C-4A1E-A6BC-68FDAC43D160}" destId="{8983C453-299F-411C-9CA9-7ABCA6804854}" srcOrd="2" destOrd="0" parTransId="{7924C90D-8372-45BE-9188-7907DBCAABFB}" sibTransId="{7DAB5016-5D3A-4055-BA02-1A7554AA48EF}"/>
    <dgm:cxn modelId="{AF608E1A-3C7F-4807-869F-FF4FB54A2356}" type="presOf" srcId="{550401AB-D4D0-48FD-90C1-FC9F0838D089}" destId="{E13786DF-C529-4DFB-9E5C-AF19967AD842}" srcOrd="0" destOrd="0" presId="urn:microsoft.com/office/officeart/2005/8/layout/vList2"/>
    <dgm:cxn modelId="{96385D1E-856E-4AFD-803E-C2F8E0358950}" srcId="{4EACF11D-C79C-4A1E-A6BC-68FDAC43D160}" destId="{14BECA33-1832-4C64-883D-1309AC1571F9}" srcOrd="13" destOrd="0" parTransId="{90321939-388E-40B5-B44F-F9875C8DE668}" sibTransId="{6F017534-0D9B-42A8-A062-0AEFDF4E9DEF}"/>
    <dgm:cxn modelId="{8C68F923-88C4-418C-8D67-2ACF6AA8F855}" srcId="{4EACF11D-C79C-4A1E-A6BC-68FDAC43D160}" destId="{550401AB-D4D0-48FD-90C1-FC9F0838D089}" srcOrd="0" destOrd="0" parTransId="{C9570BDF-BF68-43C8-A9FD-345A91434E8E}" sibTransId="{6AF3B7A4-CBB5-4418-8667-EB81335D534E}"/>
    <dgm:cxn modelId="{EF774524-86D3-4196-8C55-125D25F519A9}" type="presOf" srcId="{BF323E95-1F83-4274-8C44-A71DEECC580F}" destId="{D81EDBB2-7029-4D91-8933-F0DEFD6F1ECF}" srcOrd="0" destOrd="0" presId="urn:microsoft.com/office/officeart/2005/8/layout/vList2"/>
    <dgm:cxn modelId="{76DB5130-C4CC-4F47-9AAB-59F1136459D5}" srcId="{4EACF11D-C79C-4A1E-A6BC-68FDAC43D160}" destId="{18F5DEA1-2C35-41EC-880B-AC8A1776981F}" srcOrd="5" destOrd="0" parTransId="{CF0518FE-119E-4EC5-8394-4B77ED05A826}" sibTransId="{2B219B7B-03DF-4148-831F-65283862BB5E}"/>
    <dgm:cxn modelId="{8E892133-122A-434A-ADD4-B0AE54BBC8C6}" type="presOf" srcId="{4C97E54A-0422-4D7F-90D6-368DB2187008}" destId="{42E4AD15-1672-4D73-BAC1-87D01A30167A}" srcOrd="0" destOrd="0" presId="urn:microsoft.com/office/officeart/2005/8/layout/vList2"/>
    <dgm:cxn modelId="{1B43A338-5A63-4384-A8DA-F4429FB4754C}" type="presOf" srcId="{9B8661C8-F103-4F5A-A683-11999DEB9001}" destId="{1F051849-A172-4585-B74B-15D1FA70E40E}" srcOrd="0" destOrd="0" presId="urn:microsoft.com/office/officeart/2005/8/layout/vList2"/>
    <dgm:cxn modelId="{4625993F-F16D-4B16-AC49-CC91DACE0158}" srcId="{4EACF11D-C79C-4A1E-A6BC-68FDAC43D160}" destId="{2827E7FC-3DA8-45A3-A9DF-61AD1F49EF6E}" srcOrd="15" destOrd="0" parTransId="{E5351783-3684-4B3F-B09B-85618E240DE5}" sibTransId="{354BE997-99EA-4B96-91A3-248A899E9F9B}"/>
    <dgm:cxn modelId="{8E8B6F5B-11B8-414F-BA0F-FA9C0F7F698A}" type="presOf" srcId="{C5376352-24AE-47AC-A829-A01897B8F556}" destId="{FE8432FC-CAA3-4106-845A-65741B01A7FA}" srcOrd="0" destOrd="0" presId="urn:microsoft.com/office/officeart/2005/8/layout/vList2"/>
    <dgm:cxn modelId="{F6AB5545-2F1F-4C26-BB54-87A284170203}" srcId="{4EACF11D-C79C-4A1E-A6BC-68FDAC43D160}" destId="{9B8661C8-F103-4F5A-A683-11999DEB9001}" srcOrd="12" destOrd="0" parTransId="{2901BB36-E979-4D54-9919-CA98263519B0}" sibTransId="{C5DF1233-1DEC-48E8-B7BF-BB2D923627E9}"/>
    <dgm:cxn modelId="{07E8D46A-0969-496E-931C-FEBBC1EA2DCE}" type="presOf" srcId="{2827E7FC-3DA8-45A3-A9DF-61AD1F49EF6E}" destId="{A20EE3E9-0636-4E85-9B22-A75489C7D9CB}" srcOrd="0" destOrd="0" presId="urn:microsoft.com/office/officeart/2005/8/layout/vList2"/>
    <dgm:cxn modelId="{7CA3C073-7C85-4473-A644-523197CFCC5B}" srcId="{4EACF11D-C79C-4A1E-A6BC-68FDAC43D160}" destId="{C2ABF2DC-6244-4FDA-A7F8-EC548A8B80B5}" srcOrd="8" destOrd="0" parTransId="{3A5A61AE-E7CC-4C91-B3DD-435BFBF59372}" sibTransId="{0C6640C9-8325-4474-853F-350E42FB84B7}"/>
    <dgm:cxn modelId="{CC5C2354-E21D-4C97-9EB9-C03E1F1D914B}" type="presOf" srcId="{C2ABF2DC-6244-4FDA-A7F8-EC548A8B80B5}" destId="{B928ED66-C329-420F-B129-0343AB4167D0}" srcOrd="0" destOrd="0" presId="urn:microsoft.com/office/officeart/2005/8/layout/vList2"/>
    <dgm:cxn modelId="{0D3DB279-8CCE-4CBB-A134-D9A7EE4FD12E}" type="presOf" srcId="{31E0ED02-E6D3-4D75-8218-5E65848DB773}" destId="{BC1733C1-26B9-4991-9BC9-2B39D3CF32B6}" srcOrd="0" destOrd="0" presId="urn:microsoft.com/office/officeart/2005/8/layout/vList2"/>
    <dgm:cxn modelId="{6BB6D059-D6BB-4E23-B283-1F486A24B44B}" type="presOf" srcId="{8983C453-299F-411C-9CA9-7ABCA6804854}" destId="{25746BB5-3155-4B0D-82EF-FAD1152278A7}" srcOrd="0" destOrd="0" presId="urn:microsoft.com/office/officeart/2005/8/layout/vList2"/>
    <dgm:cxn modelId="{DC8B097E-D1FB-44C6-BF15-504C56FC4115}" srcId="{4EACF11D-C79C-4A1E-A6BC-68FDAC43D160}" destId="{4C97E54A-0422-4D7F-90D6-368DB2187008}" srcOrd="11" destOrd="0" parTransId="{3B97FC4B-6653-4801-9423-46F60A85C6C7}" sibTransId="{939BDB83-C50F-4B61-B9EA-411F455D5CCD}"/>
    <dgm:cxn modelId="{71C48F80-796C-422B-A0DE-16AA56545BFB}" srcId="{4EACF11D-C79C-4A1E-A6BC-68FDAC43D160}" destId="{6A4C8A5D-9EBD-4EDD-B72D-0B8C2E7B9CFD}" srcOrd="7" destOrd="0" parTransId="{204F162D-9F39-4AFF-A10F-E93013FE916F}" sibTransId="{F7988275-A897-4816-8C73-A2B874DBA7FC}"/>
    <dgm:cxn modelId="{2CF9528E-B040-4391-A704-706E335FBDC9}" srcId="{4EACF11D-C79C-4A1E-A6BC-68FDAC43D160}" destId="{BF323E95-1F83-4274-8C44-A71DEECC580F}" srcOrd="10" destOrd="0" parTransId="{C3961AC7-5830-4624-B687-AC5A43284558}" sibTransId="{CA1790D0-4974-4CD6-BD20-AF68DC6771BA}"/>
    <dgm:cxn modelId="{1C11C49B-2CCF-426A-AAA8-6AE98D4A7048}" srcId="{4EACF11D-C79C-4A1E-A6BC-68FDAC43D160}" destId="{31E0ED02-E6D3-4D75-8218-5E65848DB773}" srcOrd="4" destOrd="0" parTransId="{FA1D29A8-FEF4-4110-9114-F58E432EC447}" sibTransId="{96DD7D51-BDE1-47F9-A49A-C852EDB023C0}"/>
    <dgm:cxn modelId="{7DC3679C-02FD-4914-B41A-CF7E36D4B54D}" type="presOf" srcId="{4EACF11D-C79C-4A1E-A6BC-68FDAC43D160}" destId="{F949890A-2675-4760-AA91-21FAAC198309}" srcOrd="0" destOrd="0" presId="urn:microsoft.com/office/officeart/2005/8/layout/vList2"/>
    <dgm:cxn modelId="{C8F053A0-2451-4C06-A728-4FD9BF23A518}" type="presOf" srcId="{18F5DEA1-2C35-41EC-880B-AC8A1776981F}" destId="{D4ACC9A5-721E-4880-9D45-C143D260BFB7}" srcOrd="0" destOrd="0" presId="urn:microsoft.com/office/officeart/2005/8/layout/vList2"/>
    <dgm:cxn modelId="{08403FA1-9180-4BBA-8474-A7AEE39143BE}" srcId="{4EACF11D-C79C-4A1E-A6BC-68FDAC43D160}" destId="{ECF83509-C957-4C31-97F8-537A2DD186A8}" srcOrd="6" destOrd="0" parTransId="{15762A5A-4D91-481C-9835-45ACEBD8F422}" sibTransId="{41EB2FDF-F31E-4F4E-9F10-8E0FCD6E78F7}"/>
    <dgm:cxn modelId="{647AD4A2-589A-48DD-A76B-7351D242B425}" type="presOf" srcId="{500E33AE-4701-4652-B8B5-CDA4D86ED2B8}" destId="{0D8A274A-CB40-4506-BFFA-27F3DB6AFF27}" srcOrd="0" destOrd="0" presId="urn:microsoft.com/office/officeart/2005/8/layout/vList2"/>
    <dgm:cxn modelId="{D11639A5-5E7A-4A2C-9EC5-9F0D508563EE}" type="presOf" srcId="{6A4C8A5D-9EBD-4EDD-B72D-0B8C2E7B9CFD}" destId="{0F88C10D-8E1C-4175-830D-AE2A9F43B91C}" srcOrd="0" destOrd="0" presId="urn:microsoft.com/office/officeart/2005/8/layout/vList2"/>
    <dgm:cxn modelId="{B93F80AA-5B83-4AC0-B75E-4DB94FA2867E}" type="presOf" srcId="{CE378A8E-7F74-4588-9A84-DA8E8F5FAD47}" destId="{B3F71D6D-D22E-404F-B9E6-CF24E7D85074}" srcOrd="0" destOrd="0" presId="urn:microsoft.com/office/officeart/2005/8/layout/vList2"/>
    <dgm:cxn modelId="{4AFA6EB9-ACA5-4C70-B6D4-E99F68352B29}" srcId="{4EACF11D-C79C-4A1E-A6BC-68FDAC43D160}" destId="{11EB0207-0307-413D-91A8-A42162B07470}" srcOrd="9" destOrd="0" parTransId="{BF283C48-5A55-4EF1-9394-62C7469AAAF7}" sibTransId="{9F905ED2-C75B-4483-8438-D408DDF916A0}"/>
    <dgm:cxn modelId="{77B4A6BA-2FE5-45CB-A9ED-3A62B8D88539}" srcId="{4EACF11D-C79C-4A1E-A6BC-68FDAC43D160}" destId="{CE378A8E-7F74-4588-9A84-DA8E8F5FAD47}" srcOrd="14" destOrd="0" parTransId="{3CC5E356-4C62-4D50-8098-13B4E3B4697B}" sibTransId="{A5321C8C-D7E1-40C2-B84C-F3BBE627CD92}"/>
    <dgm:cxn modelId="{CD0D7CBB-9628-4F74-99CB-6CB855F0AD6E}" type="presOf" srcId="{14BECA33-1832-4C64-883D-1309AC1571F9}" destId="{CEA6296E-F575-4580-92E3-46ADAE54908B}" srcOrd="0" destOrd="0" presId="urn:microsoft.com/office/officeart/2005/8/layout/vList2"/>
    <dgm:cxn modelId="{160A0BCB-596B-4F16-9505-39F65490C0EB}" type="presOf" srcId="{ECF83509-C957-4C31-97F8-537A2DD186A8}" destId="{9A025C7C-C896-4D3D-9E42-ADC000DEAD6E}" srcOrd="0" destOrd="0" presId="urn:microsoft.com/office/officeart/2005/8/layout/vList2"/>
    <dgm:cxn modelId="{1DB776CD-023F-426C-A5EB-51503FBE4B63}" type="presOf" srcId="{11EB0207-0307-413D-91A8-A42162B07470}" destId="{B14B5C91-16CA-474D-BE89-262E7AD26B1B}" srcOrd="0" destOrd="0" presId="urn:microsoft.com/office/officeart/2005/8/layout/vList2"/>
    <dgm:cxn modelId="{CB271ED5-6103-4902-AA83-687A1B1F117B}" srcId="{4EACF11D-C79C-4A1E-A6BC-68FDAC43D160}" destId="{C5376352-24AE-47AC-A829-A01897B8F556}" srcOrd="1" destOrd="0" parTransId="{0F9FB619-3597-4AF5-A91D-C4867F3380A9}" sibTransId="{6F3AFD73-61CC-43CB-9C33-AB7BAD8FD17D}"/>
    <dgm:cxn modelId="{2370DEF7-4619-43E1-82B7-2C18DE910EE9}" srcId="{4EACF11D-C79C-4A1E-A6BC-68FDAC43D160}" destId="{500E33AE-4701-4652-B8B5-CDA4D86ED2B8}" srcOrd="3" destOrd="0" parTransId="{4B491BDD-820E-40F5-81A6-6D7DCC3F0F36}" sibTransId="{794C508E-0F5D-4E62-8DA1-02929D245197}"/>
    <dgm:cxn modelId="{55D5C3D2-6B85-4BCE-A049-A7175404E721}" type="presParOf" srcId="{F949890A-2675-4760-AA91-21FAAC198309}" destId="{E13786DF-C529-4DFB-9E5C-AF19967AD842}" srcOrd="0" destOrd="0" presId="urn:microsoft.com/office/officeart/2005/8/layout/vList2"/>
    <dgm:cxn modelId="{C51C18E3-B045-44E6-90A1-9AC1ACC5ACCA}" type="presParOf" srcId="{F949890A-2675-4760-AA91-21FAAC198309}" destId="{34FFB750-18C2-4B0A-AA00-C4E671250352}" srcOrd="1" destOrd="0" presId="urn:microsoft.com/office/officeart/2005/8/layout/vList2"/>
    <dgm:cxn modelId="{3F01EF6D-8539-4317-AF03-7C4B9B71223B}" type="presParOf" srcId="{F949890A-2675-4760-AA91-21FAAC198309}" destId="{FE8432FC-CAA3-4106-845A-65741B01A7FA}" srcOrd="2" destOrd="0" presId="urn:microsoft.com/office/officeart/2005/8/layout/vList2"/>
    <dgm:cxn modelId="{46309F72-0703-40B9-8238-9C14D3677FD2}" type="presParOf" srcId="{F949890A-2675-4760-AA91-21FAAC198309}" destId="{7961907C-9BB1-4FF9-BB6E-676D80C6F358}" srcOrd="3" destOrd="0" presId="urn:microsoft.com/office/officeart/2005/8/layout/vList2"/>
    <dgm:cxn modelId="{55B43763-2AC1-4C07-AA3D-C52249392A2C}" type="presParOf" srcId="{F949890A-2675-4760-AA91-21FAAC198309}" destId="{25746BB5-3155-4B0D-82EF-FAD1152278A7}" srcOrd="4" destOrd="0" presId="urn:microsoft.com/office/officeart/2005/8/layout/vList2"/>
    <dgm:cxn modelId="{9592C086-08A7-409F-BB96-1E1565C6861F}" type="presParOf" srcId="{F949890A-2675-4760-AA91-21FAAC198309}" destId="{47D0ADA1-4174-4ADB-B0E8-9AF1A8E6C4DE}" srcOrd="5" destOrd="0" presId="urn:microsoft.com/office/officeart/2005/8/layout/vList2"/>
    <dgm:cxn modelId="{F13FB636-1183-4DB5-9FB0-8DDC82CEEB58}" type="presParOf" srcId="{F949890A-2675-4760-AA91-21FAAC198309}" destId="{0D8A274A-CB40-4506-BFFA-27F3DB6AFF27}" srcOrd="6" destOrd="0" presId="urn:microsoft.com/office/officeart/2005/8/layout/vList2"/>
    <dgm:cxn modelId="{E795BB3A-1DB3-4D32-A337-FFC5136A8E90}" type="presParOf" srcId="{F949890A-2675-4760-AA91-21FAAC198309}" destId="{40DF7D82-FA90-43D4-BFDF-1706475C4444}" srcOrd="7" destOrd="0" presId="urn:microsoft.com/office/officeart/2005/8/layout/vList2"/>
    <dgm:cxn modelId="{372B6346-87CE-429D-BB3B-7F98B5D92BE4}" type="presParOf" srcId="{F949890A-2675-4760-AA91-21FAAC198309}" destId="{BC1733C1-26B9-4991-9BC9-2B39D3CF32B6}" srcOrd="8" destOrd="0" presId="urn:microsoft.com/office/officeart/2005/8/layout/vList2"/>
    <dgm:cxn modelId="{11E6D597-C97B-494E-877D-06E47CFC3778}" type="presParOf" srcId="{F949890A-2675-4760-AA91-21FAAC198309}" destId="{1484EA9C-EC60-4923-8C8F-D3F871169F8E}" srcOrd="9" destOrd="0" presId="urn:microsoft.com/office/officeart/2005/8/layout/vList2"/>
    <dgm:cxn modelId="{7358BD81-897E-42C6-BE2B-640610F42888}" type="presParOf" srcId="{F949890A-2675-4760-AA91-21FAAC198309}" destId="{D4ACC9A5-721E-4880-9D45-C143D260BFB7}" srcOrd="10" destOrd="0" presId="urn:microsoft.com/office/officeart/2005/8/layout/vList2"/>
    <dgm:cxn modelId="{1DEC4652-B8D0-4D49-80DD-E09F1A8A8CD5}" type="presParOf" srcId="{F949890A-2675-4760-AA91-21FAAC198309}" destId="{93EBA700-6017-4D00-93BE-F4263EB25579}" srcOrd="11" destOrd="0" presId="urn:microsoft.com/office/officeart/2005/8/layout/vList2"/>
    <dgm:cxn modelId="{257F96DD-C070-40F3-AE2E-ADCFF836D01C}" type="presParOf" srcId="{F949890A-2675-4760-AA91-21FAAC198309}" destId="{9A025C7C-C896-4D3D-9E42-ADC000DEAD6E}" srcOrd="12" destOrd="0" presId="urn:microsoft.com/office/officeart/2005/8/layout/vList2"/>
    <dgm:cxn modelId="{EA4CC970-0AD7-49F0-93B7-C0A15858C64F}" type="presParOf" srcId="{F949890A-2675-4760-AA91-21FAAC198309}" destId="{7CCC4CD3-A6F6-47A2-8840-1F151995E767}" srcOrd="13" destOrd="0" presId="urn:microsoft.com/office/officeart/2005/8/layout/vList2"/>
    <dgm:cxn modelId="{C9DDFD0F-EE42-467A-892A-E4D988270199}" type="presParOf" srcId="{F949890A-2675-4760-AA91-21FAAC198309}" destId="{0F88C10D-8E1C-4175-830D-AE2A9F43B91C}" srcOrd="14" destOrd="0" presId="urn:microsoft.com/office/officeart/2005/8/layout/vList2"/>
    <dgm:cxn modelId="{168C31A2-E4DB-4EF1-81F8-5DAB9D8789D7}" type="presParOf" srcId="{F949890A-2675-4760-AA91-21FAAC198309}" destId="{63F72E99-0049-4274-9F9B-4221D4332B8F}" srcOrd="15" destOrd="0" presId="urn:microsoft.com/office/officeart/2005/8/layout/vList2"/>
    <dgm:cxn modelId="{FB19408C-7426-49AD-BF21-A7CB089DA672}" type="presParOf" srcId="{F949890A-2675-4760-AA91-21FAAC198309}" destId="{B928ED66-C329-420F-B129-0343AB4167D0}" srcOrd="16" destOrd="0" presId="urn:microsoft.com/office/officeart/2005/8/layout/vList2"/>
    <dgm:cxn modelId="{2B855CF3-E43B-4DE1-B726-114D5E394A1D}" type="presParOf" srcId="{F949890A-2675-4760-AA91-21FAAC198309}" destId="{F33CA31F-E02C-436D-890E-85DB1D48645C}" srcOrd="17" destOrd="0" presId="urn:microsoft.com/office/officeart/2005/8/layout/vList2"/>
    <dgm:cxn modelId="{62D97981-E92F-4F90-82DC-7DC1FDA1FCF3}" type="presParOf" srcId="{F949890A-2675-4760-AA91-21FAAC198309}" destId="{B14B5C91-16CA-474D-BE89-262E7AD26B1B}" srcOrd="18" destOrd="0" presId="urn:microsoft.com/office/officeart/2005/8/layout/vList2"/>
    <dgm:cxn modelId="{9CE19729-69D0-4E03-9944-246F81F49604}" type="presParOf" srcId="{F949890A-2675-4760-AA91-21FAAC198309}" destId="{B91197CC-5B8E-40EE-A55F-FA2904357E63}" srcOrd="19" destOrd="0" presId="urn:microsoft.com/office/officeart/2005/8/layout/vList2"/>
    <dgm:cxn modelId="{68F773A2-D17C-48C0-B4D2-B8D898F5B424}" type="presParOf" srcId="{F949890A-2675-4760-AA91-21FAAC198309}" destId="{D81EDBB2-7029-4D91-8933-F0DEFD6F1ECF}" srcOrd="20" destOrd="0" presId="urn:microsoft.com/office/officeart/2005/8/layout/vList2"/>
    <dgm:cxn modelId="{3A1251A7-25F0-4564-8356-1CD31BAE60EA}" type="presParOf" srcId="{F949890A-2675-4760-AA91-21FAAC198309}" destId="{D9DC4097-E2FB-4FEF-9E13-4666FFC8A34B}" srcOrd="21" destOrd="0" presId="urn:microsoft.com/office/officeart/2005/8/layout/vList2"/>
    <dgm:cxn modelId="{BB19D826-5A4D-4A6C-AD7D-F09F9AC97901}" type="presParOf" srcId="{F949890A-2675-4760-AA91-21FAAC198309}" destId="{42E4AD15-1672-4D73-BAC1-87D01A30167A}" srcOrd="22" destOrd="0" presId="urn:microsoft.com/office/officeart/2005/8/layout/vList2"/>
    <dgm:cxn modelId="{CA96215E-4103-42C3-873F-C81867A67BBF}" type="presParOf" srcId="{F949890A-2675-4760-AA91-21FAAC198309}" destId="{955ED9DD-F0BC-4020-923E-A072CB1AD6A0}" srcOrd="23" destOrd="0" presId="urn:microsoft.com/office/officeart/2005/8/layout/vList2"/>
    <dgm:cxn modelId="{924839A1-5E3C-46BB-B3DF-F1616B8DBA81}" type="presParOf" srcId="{F949890A-2675-4760-AA91-21FAAC198309}" destId="{1F051849-A172-4585-B74B-15D1FA70E40E}" srcOrd="24" destOrd="0" presId="urn:microsoft.com/office/officeart/2005/8/layout/vList2"/>
    <dgm:cxn modelId="{B3F99B76-700C-4914-B236-8F771DB974D6}" type="presParOf" srcId="{F949890A-2675-4760-AA91-21FAAC198309}" destId="{38F52AF7-7DB2-49D9-9900-F0D74BDC0DBE}" srcOrd="25" destOrd="0" presId="urn:microsoft.com/office/officeart/2005/8/layout/vList2"/>
    <dgm:cxn modelId="{2E766611-9AD8-4710-8E81-245ED0F57464}" type="presParOf" srcId="{F949890A-2675-4760-AA91-21FAAC198309}" destId="{CEA6296E-F575-4580-92E3-46ADAE54908B}" srcOrd="26" destOrd="0" presId="urn:microsoft.com/office/officeart/2005/8/layout/vList2"/>
    <dgm:cxn modelId="{60F76D73-72F6-4968-BA29-5B9613AC9729}" type="presParOf" srcId="{F949890A-2675-4760-AA91-21FAAC198309}" destId="{D4B7FBC4-71FA-4C37-B622-C6B826789B50}" srcOrd="27" destOrd="0" presId="urn:microsoft.com/office/officeart/2005/8/layout/vList2"/>
    <dgm:cxn modelId="{40F9816E-2FE0-47FA-AE0B-28F6C11E10CC}" type="presParOf" srcId="{F949890A-2675-4760-AA91-21FAAC198309}" destId="{B3F71D6D-D22E-404F-B9E6-CF24E7D85074}" srcOrd="28" destOrd="0" presId="urn:microsoft.com/office/officeart/2005/8/layout/vList2"/>
    <dgm:cxn modelId="{592B59BF-99F2-4BC7-B25A-9EECD11998BE}" type="presParOf" srcId="{F949890A-2675-4760-AA91-21FAAC198309}" destId="{A41BCE03-AB53-43F9-B564-B25285B9F739}" srcOrd="29" destOrd="0" presId="urn:microsoft.com/office/officeart/2005/8/layout/vList2"/>
    <dgm:cxn modelId="{95E765F0-828E-4AD2-8113-68B50882965F}" type="presParOf" srcId="{F949890A-2675-4760-AA91-21FAAC198309}" destId="{A20EE3E9-0636-4E85-9B22-A75489C7D9CB}" srcOrd="3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F02843F6-B740-4018-8780-70773751B268}" type="doc">
      <dgm:prSet loTypeId="urn:microsoft.com/office/officeart/2005/8/layout/process4" loCatId="process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15323701-C10F-4D3A-A1B1-0A10F80FD922}">
      <dgm:prSet/>
      <dgm:spPr/>
      <dgm:t>
        <a:bodyPr/>
        <a:lstStyle/>
        <a:p>
          <a:r>
            <a:rPr lang="en-US" b="1"/>
            <a:t>What We Are Doing</a:t>
          </a:r>
          <a:r>
            <a:rPr lang="en-US"/>
            <a:t> - Building an </a:t>
          </a:r>
          <a:r>
            <a:rPr lang="en-US" b="1"/>
            <a:t>online shopping system</a:t>
          </a:r>
          <a:r>
            <a:rPr lang="en-US"/>
            <a:t> in MongoDB with: - shopdb as the database, - customers, products, and orders as the core collections. - Focus on MongoDB: - CRUD operations, - Nested documents &amp; arrays, - Updates, aggregation, and </a:t>
          </a:r>
          <a:r>
            <a:rPr lang="en-US" b="1"/>
            <a:t>performance timing</a:t>
          </a:r>
          <a:r>
            <a:rPr lang="en-US"/>
            <a:t> of queries.</a:t>
          </a:r>
        </a:p>
      </dgm:t>
    </dgm:pt>
    <dgm:pt modelId="{25CE2ACD-828E-498D-A576-E220F51B5651}" type="parTrans" cxnId="{8D5F1347-E195-4C9F-9A1A-86794FF4F0C9}">
      <dgm:prSet/>
      <dgm:spPr/>
      <dgm:t>
        <a:bodyPr/>
        <a:lstStyle/>
        <a:p>
          <a:endParaRPr lang="en-US"/>
        </a:p>
      </dgm:t>
    </dgm:pt>
    <dgm:pt modelId="{82AD32C1-AA92-4C7C-B8DB-3A47DAFD3478}" type="sibTrans" cxnId="{8D5F1347-E195-4C9F-9A1A-86794FF4F0C9}">
      <dgm:prSet/>
      <dgm:spPr/>
      <dgm:t>
        <a:bodyPr/>
        <a:lstStyle/>
        <a:p>
          <a:endParaRPr lang="en-US"/>
        </a:p>
      </dgm:t>
    </dgm:pt>
    <dgm:pt modelId="{2960164A-CDBF-4793-A97D-D58525662141}">
      <dgm:prSet/>
      <dgm:spPr/>
      <dgm:t>
        <a:bodyPr/>
        <a:lstStyle/>
        <a:p>
          <a:r>
            <a:rPr lang="en-US" b="1"/>
            <a:t>Reference‑Style Workflow</a:t>
          </a:r>
          <a:r>
            <a:rPr lang="en-US"/>
            <a:t> - Generate large fake datasets with Python + Faker (100K+ customers, 50K+ products, 100K+ orders). - Intentionally create a small fraction of bad records (missing email, missing category, empty orders, invalid payment_status). - Run prep tasks to clean and normalize data. - Solve </a:t>
          </a:r>
          <a:r>
            <a:rPr lang="en-US" b="1"/>
            <a:t>11 MongoDB tasks</a:t>
          </a:r>
          <a:r>
            <a:rPr lang="en-US"/>
            <a:t> in mongosh. - For </a:t>
          </a:r>
          <a:r>
            <a:rPr lang="en-US" b="1"/>
            <a:t>every task</a:t>
          </a:r>
          <a:r>
            <a:rPr lang="en-US"/>
            <a:t>, run it </a:t>
          </a:r>
          <a:r>
            <a:rPr lang="en-US" b="1"/>
            <a:t>10 times</a:t>
          </a:r>
          <a:r>
            <a:rPr lang="en-US"/>
            <a:t> and compute its </a:t>
          </a:r>
          <a:r>
            <a:rPr lang="en-US" b="1"/>
            <a:t>average execution time</a:t>
          </a:r>
          <a:r>
            <a:rPr lang="en-US"/>
            <a:t>. - Deliverables: Solutions.txt, Python scripts, and screenshots.</a:t>
          </a:r>
        </a:p>
      </dgm:t>
    </dgm:pt>
    <dgm:pt modelId="{5D2DC0F9-B9D7-4A93-996C-21A1A4912335}" type="parTrans" cxnId="{5715B5EE-57C1-4888-8D8C-E2069F0EAD72}">
      <dgm:prSet/>
      <dgm:spPr/>
      <dgm:t>
        <a:bodyPr/>
        <a:lstStyle/>
        <a:p>
          <a:endParaRPr lang="en-US"/>
        </a:p>
      </dgm:t>
    </dgm:pt>
    <dgm:pt modelId="{FFBF2C1E-5995-469B-9E5A-8834924941C3}" type="sibTrans" cxnId="{5715B5EE-57C1-4888-8D8C-E2069F0EAD72}">
      <dgm:prSet/>
      <dgm:spPr/>
      <dgm:t>
        <a:bodyPr/>
        <a:lstStyle/>
        <a:p>
          <a:endParaRPr lang="en-US"/>
        </a:p>
      </dgm:t>
    </dgm:pt>
    <dgm:pt modelId="{B54B6D16-78F4-4E60-8E31-49E60862F0A0}" type="pres">
      <dgm:prSet presAssocID="{F02843F6-B740-4018-8780-70773751B268}" presName="Name0" presStyleCnt="0">
        <dgm:presLayoutVars>
          <dgm:dir/>
          <dgm:animLvl val="lvl"/>
          <dgm:resizeHandles val="exact"/>
        </dgm:presLayoutVars>
      </dgm:prSet>
      <dgm:spPr/>
    </dgm:pt>
    <dgm:pt modelId="{E7F4EA79-D308-4729-91DC-AEA16F17BEDE}" type="pres">
      <dgm:prSet presAssocID="{2960164A-CDBF-4793-A97D-D58525662141}" presName="boxAndChildren" presStyleCnt="0"/>
      <dgm:spPr/>
    </dgm:pt>
    <dgm:pt modelId="{0C6CB034-9EA9-46C4-8229-5452A637BAB2}" type="pres">
      <dgm:prSet presAssocID="{2960164A-CDBF-4793-A97D-D58525662141}" presName="parentTextBox" presStyleLbl="node1" presStyleIdx="0" presStyleCnt="2"/>
      <dgm:spPr/>
    </dgm:pt>
    <dgm:pt modelId="{0D65F21D-A6ED-425F-8293-3BE45EF9C76A}" type="pres">
      <dgm:prSet presAssocID="{82AD32C1-AA92-4C7C-B8DB-3A47DAFD3478}" presName="sp" presStyleCnt="0"/>
      <dgm:spPr/>
    </dgm:pt>
    <dgm:pt modelId="{2F11C256-F6E8-46AC-82AE-9F156A2416F6}" type="pres">
      <dgm:prSet presAssocID="{15323701-C10F-4D3A-A1B1-0A10F80FD922}" presName="arrowAndChildren" presStyleCnt="0"/>
      <dgm:spPr/>
    </dgm:pt>
    <dgm:pt modelId="{01D45259-70A0-4B04-8FAC-40AD1856A466}" type="pres">
      <dgm:prSet presAssocID="{15323701-C10F-4D3A-A1B1-0A10F80FD922}" presName="parentTextArrow" presStyleLbl="node1" presStyleIdx="1" presStyleCnt="2"/>
      <dgm:spPr/>
    </dgm:pt>
  </dgm:ptLst>
  <dgm:cxnLst>
    <dgm:cxn modelId="{00AB8F3E-14AF-49D8-966A-3DBDB41C4C6A}" type="presOf" srcId="{15323701-C10F-4D3A-A1B1-0A10F80FD922}" destId="{01D45259-70A0-4B04-8FAC-40AD1856A466}" srcOrd="0" destOrd="0" presId="urn:microsoft.com/office/officeart/2005/8/layout/process4"/>
    <dgm:cxn modelId="{8D5F1347-E195-4C9F-9A1A-86794FF4F0C9}" srcId="{F02843F6-B740-4018-8780-70773751B268}" destId="{15323701-C10F-4D3A-A1B1-0A10F80FD922}" srcOrd="0" destOrd="0" parTransId="{25CE2ACD-828E-498D-A576-E220F51B5651}" sibTransId="{82AD32C1-AA92-4C7C-B8DB-3A47DAFD3478}"/>
    <dgm:cxn modelId="{93694C4A-CC71-44FA-87B9-D988B3E96D20}" type="presOf" srcId="{2960164A-CDBF-4793-A97D-D58525662141}" destId="{0C6CB034-9EA9-46C4-8229-5452A637BAB2}" srcOrd="0" destOrd="0" presId="urn:microsoft.com/office/officeart/2005/8/layout/process4"/>
    <dgm:cxn modelId="{603FCD8C-0DCD-4CB7-A953-9EFFBD73B43B}" type="presOf" srcId="{F02843F6-B740-4018-8780-70773751B268}" destId="{B54B6D16-78F4-4E60-8E31-49E60862F0A0}" srcOrd="0" destOrd="0" presId="urn:microsoft.com/office/officeart/2005/8/layout/process4"/>
    <dgm:cxn modelId="{5715B5EE-57C1-4888-8D8C-E2069F0EAD72}" srcId="{F02843F6-B740-4018-8780-70773751B268}" destId="{2960164A-CDBF-4793-A97D-D58525662141}" srcOrd="1" destOrd="0" parTransId="{5D2DC0F9-B9D7-4A93-996C-21A1A4912335}" sibTransId="{FFBF2C1E-5995-469B-9E5A-8834924941C3}"/>
    <dgm:cxn modelId="{FAB4E600-8812-428C-88BA-2CB8932BEBCA}" type="presParOf" srcId="{B54B6D16-78F4-4E60-8E31-49E60862F0A0}" destId="{E7F4EA79-D308-4729-91DC-AEA16F17BEDE}" srcOrd="0" destOrd="0" presId="urn:microsoft.com/office/officeart/2005/8/layout/process4"/>
    <dgm:cxn modelId="{D2234FA9-26DC-41CE-8A7E-958CD1E50838}" type="presParOf" srcId="{E7F4EA79-D308-4729-91DC-AEA16F17BEDE}" destId="{0C6CB034-9EA9-46C4-8229-5452A637BAB2}" srcOrd="0" destOrd="0" presId="urn:microsoft.com/office/officeart/2005/8/layout/process4"/>
    <dgm:cxn modelId="{082EC8E6-FB5C-40B9-8472-E2FCB69F76E1}" type="presParOf" srcId="{B54B6D16-78F4-4E60-8E31-49E60862F0A0}" destId="{0D65F21D-A6ED-425F-8293-3BE45EF9C76A}" srcOrd="1" destOrd="0" presId="urn:microsoft.com/office/officeart/2005/8/layout/process4"/>
    <dgm:cxn modelId="{0E218037-0E75-41C2-99C9-46DE76AB9FDA}" type="presParOf" srcId="{B54B6D16-78F4-4E60-8E31-49E60862F0A0}" destId="{2F11C256-F6E8-46AC-82AE-9F156A2416F6}" srcOrd="2" destOrd="0" presId="urn:microsoft.com/office/officeart/2005/8/layout/process4"/>
    <dgm:cxn modelId="{373BEC5F-E552-48A0-A413-5077FCC11F20}" type="presParOf" srcId="{2F11C256-F6E8-46AC-82AE-9F156A2416F6}" destId="{01D45259-70A0-4B04-8FAC-40AD1856A466}" srcOrd="0" destOrd="0" presId="urn:microsoft.com/office/officeart/2005/8/layout/process4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30D03B66-68FA-46C5-963E-C17E74124BE6}" type="doc">
      <dgm:prSet loTypeId="urn:microsoft.com/office/officeart/2018/2/layout/IconLabel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3B3DF809-EC07-436A-B3DC-02E6C4B74894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1"/>
            <a:t>Customers</a:t>
          </a:r>
          <a:endParaRPr lang="en-US"/>
        </a:p>
      </dgm:t>
    </dgm:pt>
    <dgm:pt modelId="{643492CF-3A98-4085-95D2-7F99E81165C2}" type="parTrans" cxnId="{2AFD3BAA-EE7F-43D1-9BAE-A6159A92109B}">
      <dgm:prSet/>
      <dgm:spPr/>
      <dgm:t>
        <a:bodyPr/>
        <a:lstStyle/>
        <a:p>
          <a:endParaRPr lang="en-US"/>
        </a:p>
      </dgm:t>
    </dgm:pt>
    <dgm:pt modelId="{9CEBB504-8A96-4D2C-9B04-B3D3881C7ADE}" type="sibTrans" cxnId="{2AFD3BAA-EE7F-43D1-9BAE-A6159A92109B}">
      <dgm:prSet/>
      <dgm:spPr/>
      <dgm:t>
        <a:bodyPr/>
        <a:lstStyle/>
        <a:p>
          <a:endParaRPr lang="en-US"/>
        </a:p>
      </dgm:t>
    </dgm:pt>
    <dgm:pt modelId="{DDED7399-EDD3-4034-8734-3FEB4EBA7AD4}">
      <dgm:prSet/>
      <dgm:spPr/>
      <dgm:t>
        <a:bodyPr/>
        <a:lstStyle/>
        <a:p>
          <a:endParaRPr lang="en-US"/>
        </a:p>
      </dgm:t>
    </dgm:pt>
    <dgm:pt modelId="{7A121D65-6A77-4973-B063-4B7F52270CB1}" type="parTrans" cxnId="{3F38A058-C66B-4DAC-9271-7A76E036A172}">
      <dgm:prSet/>
      <dgm:spPr/>
      <dgm:t>
        <a:bodyPr/>
        <a:lstStyle/>
        <a:p>
          <a:endParaRPr lang="en-US"/>
        </a:p>
      </dgm:t>
    </dgm:pt>
    <dgm:pt modelId="{0A4C8A17-4316-4A8F-A007-8EFE73F8A397}" type="sibTrans" cxnId="{3F38A058-C66B-4DAC-9271-7A76E036A172}">
      <dgm:prSet/>
      <dgm:spPr/>
      <dgm:t>
        <a:bodyPr/>
        <a:lstStyle/>
        <a:p>
          <a:endParaRPr lang="en-US"/>
        </a:p>
      </dgm:t>
    </dgm:pt>
    <dgm:pt modelId="{7A29BCAC-5978-4D78-AD3C-9A030D338BC4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1"/>
            <a:t>Products</a:t>
          </a:r>
          <a:endParaRPr lang="en-US"/>
        </a:p>
      </dgm:t>
    </dgm:pt>
    <dgm:pt modelId="{302EEEC5-3A37-4655-9DBE-A5533DEB3B47}" type="parTrans" cxnId="{5F662DB2-0189-418C-BA85-CBE657C8B71D}">
      <dgm:prSet/>
      <dgm:spPr/>
      <dgm:t>
        <a:bodyPr/>
        <a:lstStyle/>
        <a:p>
          <a:endParaRPr lang="en-US"/>
        </a:p>
      </dgm:t>
    </dgm:pt>
    <dgm:pt modelId="{05911125-237B-4BB7-B3F3-347A0DCF56E9}" type="sibTrans" cxnId="{5F662DB2-0189-418C-BA85-CBE657C8B71D}">
      <dgm:prSet/>
      <dgm:spPr/>
      <dgm:t>
        <a:bodyPr/>
        <a:lstStyle/>
        <a:p>
          <a:endParaRPr lang="en-US"/>
        </a:p>
      </dgm:t>
    </dgm:pt>
    <dgm:pt modelId="{11FF1516-FD62-4BAD-9EAF-014097F63670}">
      <dgm:prSet/>
      <dgm:spPr/>
      <dgm:t>
        <a:bodyPr/>
        <a:lstStyle/>
        <a:p>
          <a:endParaRPr lang="en-US"/>
        </a:p>
      </dgm:t>
    </dgm:pt>
    <dgm:pt modelId="{80C4DCC9-162E-48B6-83BB-90373FFC03A8}" type="parTrans" cxnId="{8D267FAE-C695-4DFA-B944-8EACC1898D56}">
      <dgm:prSet/>
      <dgm:spPr/>
      <dgm:t>
        <a:bodyPr/>
        <a:lstStyle/>
        <a:p>
          <a:endParaRPr lang="en-US"/>
        </a:p>
      </dgm:t>
    </dgm:pt>
    <dgm:pt modelId="{D84A6007-08E8-4EDB-AA12-DDC1B5E46337}" type="sibTrans" cxnId="{8D267FAE-C695-4DFA-B944-8EACC1898D56}">
      <dgm:prSet/>
      <dgm:spPr/>
      <dgm:t>
        <a:bodyPr/>
        <a:lstStyle/>
        <a:p>
          <a:endParaRPr lang="en-US"/>
        </a:p>
      </dgm:t>
    </dgm:pt>
    <dgm:pt modelId="{DA12AA1B-4286-4169-AA50-8423B7C5CE1D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1"/>
            <a:t>Orders</a:t>
          </a:r>
          <a:endParaRPr lang="en-US"/>
        </a:p>
      </dgm:t>
    </dgm:pt>
    <dgm:pt modelId="{7CEE0862-EB92-493A-A5D0-3F71D752FF9E}" type="parTrans" cxnId="{1A8DC766-7A99-43A3-97B3-5B5DFFBF95C9}">
      <dgm:prSet/>
      <dgm:spPr/>
      <dgm:t>
        <a:bodyPr/>
        <a:lstStyle/>
        <a:p>
          <a:endParaRPr lang="en-US"/>
        </a:p>
      </dgm:t>
    </dgm:pt>
    <dgm:pt modelId="{E64ED71E-E011-46E6-96A7-77754BD865BD}" type="sibTrans" cxnId="{1A8DC766-7A99-43A3-97B3-5B5DFFBF95C9}">
      <dgm:prSet/>
      <dgm:spPr/>
      <dgm:t>
        <a:bodyPr/>
        <a:lstStyle/>
        <a:p>
          <a:endParaRPr lang="en-US"/>
        </a:p>
      </dgm:t>
    </dgm:pt>
    <dgm:pt modelId="{EEF0AB2B-095E-4AD6-8658-94690B3B473A}">
      <dgm:prSet/>
      <dgm:spPr/>
      <dgm:t>
        <a:bodyPr/>
        <a:lstStyle/>
        <a:p>
          <a:endParaRPr lang="en-US"/>
        </a:p>
      </dgm:t>
    </dgm:pt>
    <dgm:pt modelId="{687D5EA5-55B0-4721-BF74-0A5A7C7BF515}" type="parTrans" cxnId="{E220A778-DA17-4D06-9CC4-21D2B4109B93}">
      <dgm:prSet/>
      <dgm:spPr/>
      <dgm:t>
        <a:bodyPr/>
        <a:lstStyle/>
        <a:p>
          <a:endParaRPr lang="en-US"/>
        </a:p>
      </dgm:t>
    </dgm:pt>
    <dgm:pt modelId="{193BCBF1-5714-47ED-ADB5-EB495B73CA2B}" type="sibTrans" cxnId="{E220A778-DA17-4D06-9CC4-21D2B4109B93}">
      <dgm:prSet/>
      <dgm:spPr/>
      <dgm:t>
        <a:bodyPr/>
        <a:lstStyle/>
        <a:p>
          <a:endParaRPr lang="en-US"/>
        </a:p>
      </dgm:t>
    </dgm:pt>
    <dgm:pt modelId="{910F33FC-A88B-45F5-8CE5-3320FDDDB7A3}" type="pres">
      <dgm:prSet presAssocID="{30D03B66-68FA-46C5-963E-C17E74124BE6}" presName="root" presStyleCnt="0">
        <dgm:presLayoutVars>
          <dgm:dir/>
          <dgm:resizeHandles val="exact"/>
        </dgm:presLayoutVars>
      </dgm:prSet>
      <dgm:spPr/>
    </dgm:pt>
    <dgm:pt modelId="{9396C947-F88C-4A1B-A00E-5E3631A4174E}" type="pres">
      <dgm:prSet presAssocID="{3B3DF809-EC07-436A-B3DC-02E6C4B74894}" presName="compNode" presStyleCnt="0"/>
      <dgm:spPr/>
    </dgm:pt>
    <dgm:pt modelId="{C48928FA-0F1A-46B4-8441-B29E34C0F1C1}" type="pres">
      <dgm:prSet presAssocID="{3B3DF809-EC07-436A-B3DC-02E6C4B74894}" presName="iconRect" presStyleLbl="node1" presStyleIdx="0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Customer Review"/>
        </a:ext>
      </dgm:extLst>
    </dgm:pt>
    <dgm:pt modelId="{06D24AF7-4038-4C8D-9F45-631DB17D61C4}" type="pres">
      <dgm:prSet presAssocID="{3B3DF809-EC07-436A-B3DC-02E6C4B74894}" presName="spaceRect" presStyleCnt="0"/>
      <dgm:spPr/>
    </dgm:pt>
    <dgm:pt modelId="{379C216B-AE1A-45CF-89C3-909343CE0493}" type="pres">
      <dgm:prSet presAssocID="{3B3DF809-EC07-436A-B3DC-02E6C4B74894}" presName="textRect" presStyleLbl="revTx" presStyleIdx="0" presStyleCnt="3">
        <dgm:presLayoutVars>
          <dgm:chMax val="1"/>
          <dgm:chPref val="1"/>
        </dgm:presLayoutVars>
      </dgm:prSet>
      <dgm:spPr/>
    </dgm:pt>
    <dgm:pt modelId="{A06A1260-1B90-4D67-95E1-3D03902894F4}" type="pres">
      <dgm:prSet presAssocID="{9CEBB504-8A96-4D2C-9B04-B3D3881C7ADE}" presName="sibTrans" presStyleCnt="0"/>
      <dgm:spPr/>
    </dgm:pt>
    <dgm:pt modelId="{9C548851-FBDB-4659-A0B3-CCF8BD24578E}" type="pres">
      <dgm:prSet presAssocID="{7A29BCAC-5978-4D78-AD3C-9A030D338BC4}" presName="compNode" presStyleCnt="0"/>
      <dgm:spPr/>
    </dgm:pt>
    <dgm:pt modelId="{4124E679-A82C-4A9E-BC67-60EE4542592E}" type="pres">
      <dgm:prSet presAssocID="{7A29BCAC-5978-4D78-AD3C-9A030D338BC4}" presName="iconRect" presStyleLbl="node1" presStyleIdx="1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Diploma Roll"/>
        </a:ext>
      </dgm:extLst>
    </dgm:pt>
    <dgm:pt modelId="{BB61490A-FFF5-40A3-88E1-E6A99EBE226D}" type="pres">
      <dgm:prSet presAssocID="{7A29BCAC-5978-4D78-AD3C-9A030D338BC4}" presName="spaceRect" presStyleCnt="0"/>
      <dgm:spPr/>
    </dgm:pt>
    <dgm:pt modelId="{04EA2908-BE85-4FF8-9982-B97E69FFFFC6}" type="pres">
      <dgm:prSet presAssocID="{7A29BCAC-5978-4D78-AD3C-9A030D338BC4}" presName="textRect" presStyleLbl="revTx" presStyleIdx="1" presStyleCnt="3">
        <dgm:presLayoutVars>
          <dgm:chMax val="1"/>
          <dgm:chPref val="1"/>
        </dgm:presLayoutVars>
      </dgm:prSet>
      <dgm:spPr/>
    </dgm:pt>
    <dgm:pt modelId="{4AA93D6E-BFEB-4BAA-A3AA-F824A40F7428}" type="pres">
      <dgm:prSet presAssocID="{05911125-237B-4BB7-B3F3-347A0DCF56E9}" presName="sibTrans" presStyleCnt="0"/>
      <dgm:spPr/>
    </dgm:pt>
    <dgm:pt modelId="{4B8D3DEC-3AED-4C8F-8B49-A3685EC5A379}" type="pres">
      <dgm:prSet presAssocID="{DA12AA1B-4286-4169-AA50-8423B7C5CE1D}" presName="compNode" presStyleCnt="0"/>
      <dgm:spPr/>
    </dgm:pt>
    <dgm:pt modelId="{260E6990-C9BC-4DAA-97D5-6571B8449A99}" type="pres">
      <dgm:prSet presAssocID="{DA12AA1B-4286-4169-AA50-8423B7C5CE1D}" presName="iconRect" presStyleLbl="node1" presStyleIdx="2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Shopping cart"/>
        </a:ext>
      </dgm:extLst>
    </dgm:pt>
    <dgm:pt modelId="{89592776-D2D9-45A9-A534-B3C67A7701DE}" type="pres">
      <dgm:prSet presAssocID="{DA12AA1B-4286-4169-AA50-8423B7C5CE1D}" presName="spaceRect" presStyleCnt="0"/>
      <dgm:spPr/>
    </dgm:pt>
    <dgm:pt modelId="{05E1DCF7-40D8-438E-9E28-D7F6D98F029C}" type="pres">
      <dgm:prSet presAssocID="{DA12AA1B-4286-4169-AA50-8423B7C5CE1D}" presName="textRect" presStyleLbl="revTx" presStyleIdx="2" presStyleCnt="3">
        <dgm:presLayoutVars>
          <dgm:chMax val="1"/>
          <dgm:chPref val="1"/>
        </dgm:presLayoutVars>
      </dgm:prSet>
      <dgm:spPr/>
    </dgm:pt>
  </dgm:ptLst>
  <dgm:cxnLst>
    <dgm:cxn modelId="{53488D37-4BDF-4602-BF73-B6195986A459}" type="presOf" srcId="{DA12AA1B-4286-4169-AA50-8423B7C5CE1D}" destId="{05E1DCF7-40D8-438E-9E28-D7F6D98F029C}" srcOrd="0" destOrd="0" presId="urn:microsoft.com/office/officeart/2018/2/layout/IconLabelList"/>
    <dgm:cxn modelId="{DE52AE5B-15D0-4FD7-A9AB-003BD4FA7D3D}" type="presOf" srcId="{7A29BCAC-5978-4D78-AD3C-9A030D338BC4}" destId="{04EA2908-BE85-4FF8-9982-B97E69FFFFC6}" srcOrd="0" destOrd="0" presId="urn:microsoft.com/office/officeart/2018/2/layout/IconLabelList"/>
    <dgm:cxn modelId="{1A8DC766-7A99-43A3-97B3-5B5DFFBF95C9}" srcId="{30D03B66-68FA-46C5-963E-C17E74124BE6}" destId="{DA12AA1B-4286-4169-AA50-8423B7C5CE1D}" srcOrd="2" destOrd="0" parTransId="{7CEE0862-EB92-493A-A5D0-3F71D752FF9E}" sibTransId="{E64ED71E-E011-46E6-96A7-77754BD865BD}"/>
    <dgm:cxn modelId="{028D764E-AAE3-4901-ABD6-7D9588DF98A1}" type="presOf" srcId="{3B3DF809-EC07-436A-B3DC-02E6C4B74894}" destId="{379C216B-AE1A-45CF-89C3-909343CE0493}" srcOrd="0" destOrd="0" presId="urn:microsoft.com/office/officeart/2018/2/layout/IconLabelList"/>
    <dgm:cxn modelId="{3F38A058-C66B-4DAC-9271-7A76E036A172}" srcId="{3B3DF809-EC07-436A-B3DC-02E6C4B74894}" destId="{DDED7399-EDD3-4034-8734-3FEB4EBA7AD4}" srcOrd="0" destOrd="0" parTransId="{7A121D65-6A77-4973-B063-4B7F52270CB1}" sibTransId="{0A4C8A17-4316-4A8F-A007-8EFE73F8A397}"/>
    <dgm:cxn modelId="{E220A778-DA17-4D06-9CC4-21D2B4109B93}" srcId="{DA12AA1B-4286-4169-AA50-8423B7C5CE1D}" destId="{EEF0AB2B-095E-4AD6-8658-94690B3B473A}" srcOrd="0" destOrd="0" parTransId="{687D5EA5-55B0-4721-BF74-0A5A7C7BF515}" sibTransId="{193BCBF1-5714-47ED-ADB5-EB495B73CA2B}"/>
    <dgm:cxn modelId="{A69B5479-5FE4-4A2C-B05B-C08655A57EF8}" type="presOf" srcId="{30D03B66-68FA-46C5-963E-C17E74124BE6}" destId="{910F33FC-A88B-45F5-8CE5-3320FDDDB7A3}" srcOrd="0" destOrd="0" presId="urn:microsoft.com/office/officeart/2018/2/layout/IconLabelList"/>
    <dgm:cxn modelId="{2AFD3BAA-EE7F-43D1-9BAE-A6159A92109B}" srcId="{30D03B66-68FA-46C5-963E-C17E74124BE6}" destId="{3B3DF809-EC07-436A-B3DC-02E6C4B74894}" srcOrd="0" destOrd="0" parTransId="{643492CF-3A98-4085-95D2-7F99E81165C2}" sibTransId="{9CEBB504-8A96-4D2C-9B04-B3D3881C7ADE}"/>
    <dgm:cxn modelId="{8D267FAE-C695-4DFA-B944-8EACC1898D56}" srcId="{7A29BCAC-5978-4D78-AD3C-9A030D338BC4}" destId="{11FF1516-FD62-4BAD-9EAF-014097F63670}" srcOrd="0" destOrd="0" parTransId="{80C4DCC9-162E-48B6-83BB-90373FFC03A8}" sibTransId="{D84A6007-08E8-4EDB-AA12-DDC1B5E46337}"/>
    <dgm:cxn modelId="{5F662DB2-0189-418C-BA85-CBE657C8B71D}" srcId="{30D03B66-68FA-46C5-963E-C17E74124BE6}" destId="{7A29BCAC-5978-4D78-AD3C-9A030D338BC4}" srcOrd="1" destOrd="0" parTransId="{302EEEC5-3A37-4655-9DBE-A5533DEB3B47}" sibTransId="{05911125-237B-4BB7-B3F3-347A0DCF56E9}"/>
    <dgm:cxn modelId="{FB8221B0-AD42-46CC-B6AF-28348568857B}" type="presParOf" srcId="{910F33FC-A88B-45F5-8CE5-3320FDDDB7A3}" destId="{9396C947-F88C-4A1B-A00E-5E3631A4174E}" srcOrd="0" destOrd="0" presId="urn:microsoft.com/office/officeart/2018/2/layout/IconLabelList"/>
    <dgm:cxn modelId="{D37D30E9-4015-4FE6-87F7-9D63071C6CB8}" type="presParOf" srcId="{9396C947-F88C-4A1B-A00E-5E3631A4174E}" destId="{C48928FA-0F1A-46B4-8441-B29E34C0F1C1}" srcOrd="0" destOrd="0" presId="urn:microsoft.com/office/officeart/2018/2/layout/IconLabelList"/>
    <dgm:cxn modelId="{A43974FA-2F10-4FE5-A60C-6EFB229D214C}" type="presParOf" srcId="{9396C947-F88C-4A1B-A00E-5E3631A4174E}" destId="{06D24AF7-4038-4C8D-9F45-631DB17D61C4}" srcOrd="1" destOrd="0" presId="urn:microsoft.com/office/officeart/2018/2/layout/IconLabelList"/>
    <dgm:cxn modelId="{C138D2CE-155B-477E-B9BE-DFE97529F8F9}" type="presParOf" srcId="{9396C947-F88C-4A1B-A00E-5E3631A4174E}" destId="{379C216B-AE1A-45CF-89C3-909343CE0493}" srcOrd="2" destOrd="0" presId="urn:microsoft.com/office/officeart/2018/2/layout/IconLabelList"/>
    <dgm:cxn modelId="{E262D8A3-88AE-4DEF-90DD-7F4DB9EB6DB0}" type="presParOf" srcId="{910F33FC-A88B-45F5-8CE5-3320FDDDB7A3}" destId="{A06A1260-1B90-4D67-95E1-3D03902894F4}" srcOrd="1" destOrd="0" presId="urn:microsoft.com/office/officeart/2018/2/layout/IconLabelList"/>
    <dgm:cxn modelId="{BD1D0E4C-9637-433A-BA9C-D83A76FDC62A}" type="presParOf" srcId="{910F33FC-A88B-45F5-8CE5-3320FDDDB7A3}" destId="{9C548851-FBDB-4659-A0B3-CCF8BD24578E}" srcOrd="2" destOrd="0" presId="urn:microsoft.com/office/officeart/2018/2/layout/IconLabelList"/>
    <dgm:cxn modelId="{5C6C4CF3-03A6-4B5D-BCA2-65BD4598B229}" type="presParOf" srcId="{9C548851-FBDB-4659-A0B3-CCF8BD24578E}" destId="{4124E679-A82C-4A9E-BC67-60EE4542592E}" srcOrd="0" destOrd="0" presId="urn:microsoft.com/office/officeart/2018/2/layout/IconLabelList"/>
    <dgm:cxn modelId="{AC9EF762-3F15-4C13-A30E-C0C012378996}" type="presParOf" srcId="{9C548851-FBDB-4659-A0B3-CCF8BD24578E}" destId="{BB61490A-FFF5-40A3-88E1-E6A99EBE226D}" srcOrd="1" destOrd="0" presId="urn:microsoft.com/office/officeart/2018/2/layout/IconLabelList"/>
    <dgm:cxn modelId="{87A425C8-7FFE-4A2D-8445-908FC7B0C0B7}" type="presParOf" srcId="{9C548851-FBDB-4659-A0B3-CCF8BD24578E}" destId="{04EA2908-BE85-4FF8-9982-B97E69FFFFC6}" srcOrd="2" destOrd="0" presId="urn:microsoft.com/office/officeart/2018/2/layout/IconLabelList"/>
    <dgm:cxn modelId="{653A9F1C-8003-4F33-8518-611F45CDEA9A}" type="presParOf" srcId="{910F33FC-A88B-45F5-8CE5-3320FDDDB7A3}" destId="{4AA93D6E-BFEB-4BAA-A3AA-F824A40F7428}" srcOrd="3" destOrd="0" presId="urn:microsoft.com/office/officeart/2018/2/layout/IconLabelList"/>
    <dgm:cxn modelId="{EF4B1325-532A-4C55-AF85-2CA1EB8DF28C}" type="presParOf" srcId="{910F33FC-A88B-45F5-8CE5-3320FDDDB7A3}" destId="{4B8D3DEC-3AED-4C8F-8B49-A3685EC5A379}" srcOrd="4" destOrd="0" presId="urn:microsoft.com/office/officeart/2018/2/layout/IconLabelList"/>
    <dgm:cxn modelId="{6F05C061-EE33-4CA6-A9D4-D2E6279412C4}" type="presParOf" srcId="{4B8D3DEC-3AED-4C8F-8B49-A3685EC5A379}" destId="{260E6990-C9BC-4DAA-97D5-6571B8449A99}" srcOrd="0" destOrd="0" presId="urn:microsoft.com/office/officeart/2018/2/layout/IconLabelList"/>
    <dgm:cxn modelId="{3897B838-07B4-408B-9DFB-0DD5D1387D96}" type="presParOf" srcId="{4B8D3DEC-3AED-4C8F-8B49-A3685EC5A379}" destId="{89592776-D2D9-45A9-A534-B3C67A7701DE}" srcOrd="1" destOrd="0" presId="urn:microsoft.com/office/officeart/2018/2/layout/IconLabelList"/>
    <dgm:cxn modelId="{23682779-8B23-43B4-BD8F-137ECF2EF273}" type="presParOf" srcId="{4B8D3DEC-3AED-4C8F-8B49-A3685EC5A379}" destId="{05E1DCF7-40D8-438E-9E28-D7F6D98F029C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3A85724E-6579-4C31-9716-CED5EA091497}" type="doc">
      <dgm:prSet loTypeId="urn:microsoft.com/office/officeart/2005/8/layout/process4" loCatId="process" qsTypeId="urn:microsoft.com/office/officeart/2005/8/quickstyle/simple1" qsCatId="simple" csTypeId="urn:microsoft.com/office/officeart/2005/8/colors/colorful1" csCatId="colorful"/>
      <dgm:spPr/>
      <dgm:t>
        <a:bodyPr/>
        <a:lstStyle/>
        <a:p>
          <a:endParaRPr lang="en-US"/>
        </a:p>
      </dgm:t>
    </dgm:pt>
    <dgm:pt modelId="{92F00BE4-8E35-47DE-A7E5-32AD43FD576B}">
      <dgm:prSet/>
      <dgm:spPr/>
      <dgm:t>
        <a:bodyPr/>
        <a:lstStyle/>
        <a:p>
          <a:r>
            <a:rPr lang="en-US" b="1"/>
            <a:t>Data Generation &amp; Cleaning</a:t>
          </a:r>
          <a:r>
            <a:rPr lang="en-US"/>
            <a:t> - Used Python + Faker to generate customers, products, and orders. - Introduced imperfect records (missing email, missing category, empty orders, invalid payment_status). - Performed MongoDB prep tasks: - Check counts (countDocuments). - Fix missing email → "unknown@example.com". - Fix missing category → "Misc". - Remove empty orders (items: []). - Normalize invalid payment_status → "pending".</a:t>
          </a:r>
        </a:p>
      </dgm:t>
    </dgm:pt>
    <dgm:pt modelId="{BC72CFF0-DBBA-440B-9336-0BE7DFFB1FED}" type="parTrans" cxnId="{15328D25-3775-4EB3-97CB-D7350B0FC59D}">
      <dgm:prSet/>
      <dgm:spPr/>
      <dgm:t>
        <a:bodyPr/>
        <a:lstStyle/>
        <a:p>
          <a:endParaRPr lang="en-US"/>
        </a:p>
      </dgm:t>
    </dgm:pt>
    <dgm:pt modelId="{7E1EAEEA-286B-4BCD-9636-C73CBB6B2592}" type="sibTrans" cxnId="{15328D25-3775-4EB3-97CB-D7350B0FC59D}">
      <dgm:prSet/>
      <dgm:spPr/>
      <dgm:t>
        <a:bodyPr/>
        <a:lstStyle/>
        <a:p>
          <a:endParaRPr lang="en-US"/>
        </a:p>
      </dgm:t>
    </dgm:pt>
    <dgm:pt modelId="{CC3D449D-E46F-4DDF-84A6-B5482D3EC0FE}">
      <dgm:prSet/>
      <dgm:spPr/>
      <dgm:t>
        <a:bodyPr/>
        <a:lstStyle/>
        <a:p>
          <a:r>
            <a:rPr lang="en-US" b="1"/>
            <a:t>Performance</a:t>
          </a:r>
          <a:r>
            <a:rPr lang="en-US"/>
            <a:t> - For each task, ran </a:t>
          </a:r>
          <a:r>
            <a:rPr lang="en-US" b="1"/>
            <a:t>10 executions</a:t>
          </a:r>
          <a:r>
            <a:rPr lang="en-US"/>
            <a:t> and computed the </a:t>
          </a:r>
          <a:r>
            <a:rPr lang="en-US" b="1"/>
            <a:t>average execution time</a:t>
          </a:r>
          <a:r>
            <a:rPr lang="en-US"/>
            <a:t> to analyze query performance.</a:t>
          </a:r>
        </a:p>
      </dgm:t>
    </dgm:pt>
    <dgm:pt modelId="{D732EE67-D274-4D0F-B605-622D9719732B}" type="parTrans" cxnId="{5B6D2E22-12F1-4AE1-89C1-57382E21F1D1}">
      <dgm:prSet/>
      <dgm:spPr/>
      <dgm:t>
        <a:bodyPr/>
        <a:lstStyle/>
        <a:p>
          <a:endParaRPr lang="en-US"/>
        </a:p>
      </dgm:t>
    </dgm:pt>
    <dgm:pt modelId="{6DE72596-40B9-4F99-B5F2-3856CD546FB2}" type="sibTrans" cxnId="{5B6D2E22-12F1-4AE1-89C1-57382E21F1D1}">
      <dgm:prSet/>
      <dgm:spPr/>
      <dgm:t>
        <a:bodyPr/>
        <a:lstStyle/>
        <a:p>
          <a:endParaRPr lang="en-US"/>
        </a:p>
      </dgm:t>
    </dgm:pt>
    <dgm:pt modelId="{26A29E9F-92C2-4289-9383-8481993898B5}" type="pres">
      <dgm:prSet presAssocID="{3A85724E-6579-4C31-9716-CED5EA091497}" presName="Name0" presStyleCnt="0">
        <dgm:presLayoutVars>
          <dgm:dir/>
          <dgm:animLvl val="lvl"/>
          <dgm:resizeHandles val="exact"/>
        </dgm:presLayoutVars>
      </dgm:prSet>
      <dgm:spPr/>
    </dgm:pt>
    <dgm:pt modelId="{639ADEB3-9068-40A9-9A5A-882FFC9314A7}" type="pres">
      <dgm:prSet presAssocID="{CC3D449D-E46F-4DDF-84A6-B5482D3EC0FE}" presName="boxAndChildren" presStyleCnt="0"/>
      <dgm:spPr/>
    </dgm:pt>
    <dgm:pt modelId="{A958AB21-3CAB-4D17-A5B9-140BF7630983}" type="pres">
      <dgm:prSet presAssocID="{CC3D449D-E46F-4DDF-84A6-B5482D3EC0FE}" presName="parentTextBox" presStyleLbl="node1" presStyleIdx="0" presStyleCnt="2"/>
      <dgm:spPr/>
    </dgm:pt>
    <dgm:pt modelId="{AC76F2E1-C7CD-463B-831D-509407707558}" type="pres">
      <dgm:prSet presAssocID="{7E1EAEEA-286B-4BCD-9636-C73CBB6B2592}" presName="sp" presStyleCnt="0"/>
      <dgm:spPr/>
    </dgm:pt>
    <dgm:pt modelId="{EF12D55D-6A70-4E78-BED8-3456B51043E2}" type="pres">
      <dgm:prSet presAssocID="{92F00BE4-8E35-47DE-A7E5-32AD43FD576B}" presName="arrowAndChildren" presStyleCnt="0"/>
      <dgm:spPr/>
    </dgm:pt>
    <dgm:pt modelId="{1D3CAD4A-F9CF-4AC1-AEEB-5A19BCE4C6E8}" type="pres">
      <dgm:prSet presAssocID="{92F00BE4-8E35-47DE-A7E5-32AD43FD576B}" presName="parentTextArrow" presStyleLbl="node1" presStyleIdx="1" presStyleCnt="2"/>
      <dgm:spPr/>
    </dgm:pt>
  </dgm:ptLst>
  <dgm:cxnLst>
    <dgm:cxn modelId="{5B6D2E22-12F1-4AE1-89C1-57382E21F1D1}" srcId="{3A85724E-6579-4C31-9716-CED5EA091497}" destId="{CC3D449D-E46F-4DDF-84A6-B5482D3EC0FE}" srcOrd="1" destOrd="0" parTransId="{D732EE67-D274-4D0F-B605-622D9719732B}" sibTransId="{6DE72596-40B9-4F99-B5F2-3856CD546FB2}"/>
    <dgm:cxn modelId="{15328D25-3775-4EB3-97CB-D7350B0FC59D}" srcId="{3A85724E-6579-4C31-9716-CED5EA091497}" destId="{92F00BE4-8E35-47DE-A7E5-32AD43FD576B}" srcOrd="0" destOrd="0" parTransId="{BC72CFF0-DBBA-440B-9336-0BE7DFFB1FED}" sibTransId="{7E1EAEEA-286B-4BCD-9636-C73CBB6B2592}"/>
    <dgm:cxn modelId="{B3ADD338-B6ED-4315-83E4-04B9876BF9E5}" type="presOf" srcId="{3A85724E-6579-4C31-9716-CED5EA091497}" destId="{26A29E9F-92C2-4289-9383-8481993898B5}" srcOrd="0" destOrd="0" presId="urn:microsoft.com/office/officeart/2005/8/layout/process4"/>
    <dgm:cxn modelId="{DB2EBB4B-F12D-4929-96CF-B3472B25C69F}" type="presOf" srcId="{92F00BE4-8E35-47DE-A7E5-32AD43FD576B}" destId="{1D3CAD4A-F9CF-4AC1-AEEB-5A19BCE4C6E8}" srcOrd="0" destOrd="0" presId="urn:microsoft.com/office/officeart/2005/8/layout/process4"/>
    <dgm:cxn modelId="{9B6A6982-8141-4E43-B964-85361D46FBDC}" type="presOf" srcId="{CC3D449D-E46F-4DDF-84A6-B5482D3EC0FE}" destId="{A958AB21-3CAB-4D17-A5B9-140BF7630983}" srcOrd="0" destOrd="0" presId="urn:microsoft.com/office/officeart/2005/8/layout/process4"/>
    <dgm:cxn modelId="{A2A9B70C-96AC-4F9E-9797-298F099F067A}" type="presParOf" srcId="{26A29E9F-92C2-4289-9383-8481993898B5}" destId="{639ADEB3-9068-40A9-9A5A-882FFC9314A7}" srcOrd="0" destOrd="0" presId="urn:microsoft.com/office/officeart/2005/8/layout/process4"/>
    <dgm:cxn modelId="{0019B9A1-7A71-4E11-9879-9BF25E77298C}" type="presParOf" srcId="{639ADEB3-9068-40A9-9A5A-882FFC9314A7}" destId="{A958AB21-3CAB-4D17-A5B9-140BF7630983}" srcOrd="0" destOrd="0" presId="urn:microsoft.com/office/officeart/2005/8/layout/process4"/>
    <dgm:cxn modelId="{B3EA71DF-9CF2-49F2-A9EE-1FAC3AC66916}" type="presParOf" srcId="{26A29E9F-92C2-4289-9383-8481993898B5}" destId="{AC76F2E1-C7CD-463B-831D-509407707558}" srcOrd="1" destOrd="0" presId="urn:microsoft.com/office/officeart/2005/8/layout/process4"/>
    <dgm:cxn modelId="{536E1DDA-06CE-4977-9147-87966B9A24B7}" type="presParOf" srcId="{26A29E9F-92C2-4289-9383-8481993898B5}" destId="{EF12D55D-6A70-4E78-BED8-3456B51043E2}" srcOrd="2" destOrd="0" presId="urn:microsoft.com/office/officeart/2005/8/layout/process4"/>
    <dgm:cxn modelId="{36B7984B-9574-4786-9F8C-C6DE1FE502D5}" type="presParOf" srcId="{EF12D55D-6A70-4E78-BED8-3456B51043E2}" destId="{1D3CAD4A-F9CF-4AC1-AEEB-5A19BCE4C6E8}" srcOrd="0" destOrd="0" presId="urn:microsoft.com/office/officeart/2005/8/layout/process4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BDC9D99B-9C72-42EB-9E11-189B19E01036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3E2AF166-C157-4FE4-AFD6-90A0B27AE1C8}">
      <dgm:prSet/>
      <dgm:spPr/>
      <dgm:t>
        <a:bodyPr/>
        <a:lstStyle/>
        <a:p>
          <a:r>
            <a:rPr lang="en-US" b="1"/>
            <a:t>Goal</a:t>
          </a:r>
          <a:r>
            <a:rPr lang="en-US"/>
            <a:t> - Choose one product with stock &gt; 0. - Reduce its stock by 1. - Reset the stock before </a:t>
          </a:r>
          <a:r>
            <a:rPr lang="en-US" b="1"/>
            <a:t>each timed run</a:t>
          </a:r>
          <a:r>
            <a:rPr lang="en-US"/>
            <a:t>.</a:t>
          </a:r>
        </a:p>
      </dgm:t>
    </dgm:pt>
    <dgm:pt modelId="{1EB0D7C7-927E-4E5E-B788-55F1570898CF}" type="parTrans" cxnId="{0FB835F7-5AB8-44B7-BFCD-CCBFB3DEF73E}">
      <dgm:prSet/>
      <dgm:spPr/>
      <dgm:t>
        <a:bodyPr/>
        <a:lstStyle/>
        <a:p>
          <a:endParaRPr lang="en-US"/>
        </a:p>
      </dgm:t>
    </dgm:pt>
    <dgm:pt modelId="{67144281-A1A1-44FA-BF23-03584727D48A}" type="sibTrans" cxnId="{0FB835F7-5AB8-44B7-BFCD-CCBFB3DEF73E}">
      <dgm:prSet/>
      <dgm:spPr/>
      <dgm:t>
        <a:bodyPr/>
        <a:lstStyle/>
        <a:p>
          <a:endParaRPr lang="en-US"/>
        </a:p>
      </dgm:t>
    </dgm:pt>
    <dgm:pt modelId="{82C8910F-72AB-44E7-8F87-A352430515E2}">
      <dgm:prSet/>
      <dgm:spPr/>
      <dgm:t>
        <a:bodyPr/>
        <a:lstStyle/>
        <a:p>
          <a:r>
            <a:rPr lang="en-US" b="1"/>
            <a:t>1. Find a suitable product ID</a:t>
          </a:r>
          <a:endParaRPr lang="en-US"/>
        </a:p>
      </dgm:t>
    </dgm:pt>
    <dgm:pt modelId="{02CC3E30-F8FF-4AED-A3B3-B94D1E910CDB}" type="parTrans" cxnId="{98FCF456-B969-4551-BA5B-150E8A87B827}">
      <dgm:prSet/>
      <dgm:spPr/>
      <dgm:t>
        <a:bodyPr/>
        <a:lstStyle/>
        <a:p>
          <a:endParaRPr lang="en-US"/>
        </a:p>
      </dgm:t>
    </dgm:pt>
    <dgm:pt modelId="{411FD634-FCAE-4F6A-B97C-19731FA647FE}" type="sibTrans" cxnId="{98FCF456-B969-4551-BA5B-150E8A87B827}">
      <dgm:prSet/>
      <dgm:spPr/>
      <dgm:t>
        <a:bodyPr/>
        <a:lstStyle/>
        <a:p>
          <a:endParaRPr lang="en-US"/>
        </a:p>
      </dgm:t>
    </dgm:pt>
    <dgm:pt modelId="{744CC231-83DF-493F-87EC-30C3AC3FDD4F}">
      <dgm:prSet/>
      <dgm:spPr/>
      <dgm:t>
        <a:bodyPr/>
        <a:lstStyle/>
        <a:p>
          <a:r>
            <a:rPr lang="en-US"/>
            <a:t>db.products.findOne(</a:t>
          </a:r>
          <a:br>
            <a:rPr lang="en-US"/>
          </a:br>
          <a:r>
            <a:rPr lang="en-US"/>
            <a:t>  { stock: { $gt: 0 } },</a:t>
          </a:r>
          <a:br>
            <a:rPr lang="en-US"/>
          </a:br>
          <a:r>
            <a:rPr lang="en-US"/>
            <a:t>  { projection: { _id: 1, name: 1, stock: 1 } }</a:t>
          </a:r>
          <a:br>
            <a:rPr lang="en-US"/>
          </a:br>
          <a:r>
            <a:rPr lang="en-US"/>
            <a:t>)</a:t>
          </a:r>
        </a:p>
      </dgm:t>
    </dgm:pt>
    <dgm:pt modelId="{FE21D4D2-0683-467D-9B66-501A2E6070F9}" type="parTrans" cxnId="{9B031EFA-CF5A-41C8-80C8-3EE12B457EF1}">
      <dgm:prSet/>
      <dgm:spPr/>
      <dgm:t>
        <a:bodyPr/>
        <a:lstStyle/>
        <a:p>
          <a:endParaRPr lang="en-US"/>
        </a:p>
      </dgm:t>
    </dgm:pt>
    <dgm:pt modelId="{F04A8392-B679-47B6-A79D-EF22A38BDFE9}" type="sibTrans" cxnId="{9B031EFA-CF5A-41C8-80C8-3EE12B457EF1}">
      <dgm:prSet/>
      <dgm:spPr/>
      <dgm:t>
        <a:bodyPr/>
        <a:lstStyle/>
        <a:p>
          <a:endParaRPr lang="en-US"/>
        </a:p>
      </dgm:t>
    </dgm:pt>
    <dgm:pt modelId="{ED5E8A59-255D-42AA-9E0B-59FAFF644FA1}">
      <dgm:prSet/>
      <dgm:spPr/>
      <dgm:t>
        <a:bodyPr/>
        <a:lstStyle/>
        <a:p>
          <a:r>
            <a:rPr lang="en-US" b="1"/>
            <a:t>2. Reduce stock by 1</a:t>
          </a:r>
          <a:br>
            <a:rPr lang="en-US"/>
          </a:br>
          <a:r>
            <a:rPr lang="en-US"/>
            <a:t>(Example with _id: 2001)</a:t>
          </a:r>
        </a:p>
      </dgm:t>
    </dgm:pt>
    <dgm:pt modelId="{700D1D4E-B6D2-49DE-9485-0AFC1DDB69A4}" type="parTrans" cxnId="{2F53B296-D4C8-4281-8DCD-24A14A66C82D}">
      <dgm:prSet/>
      <dgm:spPr/>
      <dgm:t>
        <a:bodyPr/>
        <a:lstStyle/>
        <a:p>
          <a:endParaRPr lang="en-US"/>
        </a:p>
      </dgm:t>
    </dgm:pt>
    <dgm:pt modelId="{112F2ED7-546A-4168-976A-A8427C13A7B8}" type="sibTrans" cxnId="{2F53B296-D4C8-4281-8DCD-24A14A66C82D}">
      <dgm:prSet/>
      <dgm:spPr/>
      <dgm:t>
        <a:bodyPr/>
        <a:lstStyle/>
        <a:p>
          <a:endParaRPr lang="en-US"/>
        </a:p>
      </dgm:t>
    </dgm:pt>
    <dgm:pt modelId="{DD097B1C-9BDF-44B3-B7F0-98B7B3C46203}">
      <dgm:prSet/>
      <dgm:spPr/>
      <dgm:t>
        <a:bodyPr/>
        <a:lstStyle/>
        <a:p>
          <a:r>
            <a:rPr lang="en-US"/>
            <a:t>db.products.updateOne(</a:t>
          </a:r>
          <a:br>
            <a:rPr lang="en-US"/>
          </a:br>
          <a:r>
            <a:rPr lang="en-US"/>
            <a:t>  { _id: 2001 },</a:t>
          </a:r>
          <a:br>
            <a:rPr lang="en-US"/>
          </a:br>
          <a:r>
            <a:rPr lang="en-US"/>
            <a:t>  { $inc: { stock: -1 } }</a:t>
          </a:r>
          <a:br>
            <a:rPr lang="en-US"/>
          </a:br>
          <a:r>
            <a:rPr lang="en-US"/>
            <a:t>)</a:t>
          </a:r>
        </a:p>
      </dgm:t>
    </dgm:pt>
    <dgm:pt modelId="{86C4D353-8DB8-46F4-BF8E-FB0EAB33EA44}" type="parTrans" cxnId="{DEC6AF34-0659-400D-A3BD-CB7ACB35DB4B}">
      <dgm:prSet/>
      <dgm:spPr/>
      <dgm:t>
        <a:bodyPr/>
        <a:lstStyle/>
        <a:p>
          <a:endParaRPr lang="en-US"/>
        </a:p>
      </dgm:t>
    </dgm:pt>
    <dgm:pt modelId="{5B3057A5-5AD6-4BB1-B642-A5C610818F02}" type="sibTrans" cxnId="{DEC6AF34-0659-400D-A3BD-CB7ACB35DB4B}">
      <dgm:prSet/>
      <dgm:spPr/>
      <dgm:t>
        <a:bodyPr/>
        <a:lstStyle/>
        <a:p>
          <a:endParaRPr lang="en-US"/>
        </a:p>
      </dgm:t>
    </dgm:pt>
    <dgm:pt modelId="{C0782602-7E9A-4A24-B051-AF9C66EB1E06}">
      <dgm:prSet/>
      <dgm:spPr/>
      <dgm:t>
        <a:bodyPr/>
        <a:lstStyle/>
        <a:p>
          <a:r>
            <a:rPr lang="en-US" b="1"/>
            <a:t>3. Reset stock before next timed run</a:t>
          </a:r>
          <a:br>
            <a:rPr lang="en-US"/>
          </a:br>
          <a:r>
            <a:rPr lang="en-US"/>
            <a:t>(Example: stock originally 50)</a:t>
          </a:r>
        </a:p>
      </dgm:t>
    </dgm:pt>
    <dgm:pt modelId="{D2122B1C-9621-4670-8561-A5DCAE21897E}" type="parTrans" cxnId="{A341367A-95F3-4438-80CA-F2E89C79958D}">
      <dgm:prSet/>
      <dgm:spPr/>
      <dgm:t>
        <a:bodyPr/>
        <a:lstStyle/>
        <a:p>
          <a:endParaRPr lang="en-US"/>
        </a:p>
      </dgm:t>
    </dgm:pt>
    <dgm:pt modelId="{548630D0-793F-4494-A45D-B161E58734AC}" type="sibTrans" cxnId="{A341367A-95F3-4438-80CA-F2E89C79958D}">
      <dgm:prSet/>
      <dgm:spPr/>
      <dgm:t>
        <a:bodyPr/>
        <a:lstStyle/>
        <a:p>
          <a:endParaRPr lang="en-US"/>
        </a:p>
      </dgm:t>
    </dgm:pt>
    <dgm:pt modelId="{0B46A3A4-4F4D-4C17-A3F0-391EBAF8FEF1}">
      <dgm:prSet/>
      <dgm:spPr/>
      <dgm:t>
        <a:bodyPr/>
        <a:lstStyle/>
        <a:p>
          <a:r>
            <a:rPr lang="en-US"/>
            <a:t>db.products.updateOne(</a:t>
          </a:r>
          <a:br>
            <a:rPr lang="en-US"/>
          </a:br>
          <a:r>
            <a:rPr lang="en-US"/>
            <a:t>  { _id: 2001 },</a:t>
          </a:r>
          <a:br>
            <a:rPr lang="en-US"/>
          </a:br>
          <a:r>
            <a:rPr lang="en-US"/>
            <a:t>  { $set: { stock: 50 } }</a:t>
          </a:r>
          <a:br>
            <a:rPr lang="en-US"/>
          </a:br>
          <a:r>
            <a:rPr lang="en-US"/>
            <a:t>)</a:t>
          </a:r>
        </a:p>
      </dgm:t>
    </dgm:pt>
    <dgm:pt modelId="{EEC406ED-249A-445D-8AB4-94CCE214B004}" type="parTrans" cxnId="{BD5B378B-02D4-4FC2-9EB0-35DD2F921961}">
      <dgm:prSet/>
      <dgm:spPr/>
      <dgm:t>
        <a:bodyPr/>
        <a:lstStyle/>
        <a:p>
          <a:endParaRPr lang="en-US"/>
        </a:p>
      </dgm:t>
    </dgm:pt>
    <dgm:pt modelId="{AB616C36-0F41-4B4E-B523-20DF435CFA4D}" type="sibTrans" cxnId="{BD5B378B-02D4-4FC2-9EB0-35DD2F921961}">
      <dgm:prSet/>
      <dgm:spPr/>
      <dgm:t>
        <a:bodyPr/>
        <a:lstStyle/>
        <a:p>
          <a:endParaRPr lang="en-US"/>
        </a:p>
      </dgm:t>
    </dgm:pt>
    <dgm:pt modelId="{6268706A-99A4-4AC9-A388-5A7316E55F26}">
      <dgm:prSet/>
      <dgm:spPr/>
      <dgm:t>
        <a:bodyPr/>
        <a:lstStyle/>
        <a:p>
          <a:r>
            <a:rPr lang="en-US" b="1"/>
            <a:t>Timing note</a:t>
          </a:r>
          <a:r>
            <a:rPr lang="en-US"/>
            <a:t> - Timed this updateOne 10 times; average time shows typical single‑document‑update performance. Time (s): 0.0007655999856069684</a:t>
          </a:r>
        </a:p>
      </dgm:t>
    </dgm:pt>
    <dgm:pt modelId="{548FD8A3-4EBD-4934-AC76-AB536A09DB7D}" type="parTrans" cxnId="{66E9E902-0B53-4996-96FB-EEF49EE6FC47}">
      <dgm:prSet/>
      <dgm:spPr/>
      <dgm:t>
        <a:bodyPr/>
        <a:lstStyle/>
        <a:p>
          <a:endParaRPr lang="en-US"/>
        </a:p>
      </dgm:t>
    </dgm:pt>
    <dgm:pt modelId="{87AFB0B1-D2E9-4AA8-B3A7-317F0D79E6B7}" type="sibTrans" cxnId="{66E9E902-0B53-4996-96FB-EEF49EE6FC47}">
      <dgm:prSet/>
      <dgm:spPr/>
      <dgm:t>
        <a:bodyPr/>
        <a:lstStyle/>
        <a:p>
          <a:endParaRPr lang="en-US"/>
        </a:p>
      </dgm:t>
    </dgm:pt>
    <dgm:pt modelId="{8B0A72C8-0502-4AF0-BB37-0F435FCB138C}" type="pres">
      <dgm:prSet presAssocID="{BDC9D99B-9C72-42EB-9E11-189B19E01036}" presName="linear" presStyleCnt="0">
        <dgm:presLayoutVars>
          <dgm:animLvl val="lvl"/>
          <dgm:resizeHandles val="exact"/>
        </dgm:presLayoutVars>
      </dgm:prSet>
      <dgm:spPr/>
    </dgm:pt>
    <dgm:pt modelId="{30DD30C0-9E27-445A-A8A2-154657850F82}" type="pres">
      <dgm:prSet presAssocID="{3E2AF166-C157-4FE4-AFD6-90A0B27AE1C8}" presName="parentText" presStyleLbl="node1" presStyleIdx="0" presStyleCnt="5">
        <dgm:presLayoutVars>
          <dgm:chMax val="0"/>
          <dgm:bulletEnabled val="1"/>
        </dgm:presLayoutVars>
      </dgm:prSet>
      <dgm:spPr/>
    </dgm:pt>
    <dgm:pt modelId="{9173C21A-96AA-4FFA-89FA-B96E084EEA86}" type="pres">
      <dgm:prSet presAssocID="{67144281-A1A1-44FA-BF23-03584727D48A}" presName="spacer" presStyleCnt="0"/>
      <dgm:spPr/>
    </dgm:pt>
    <dgm:pt modelId="{A4772292-80A4-4F25-BB74-BEE307F41CE6}" type="pres">
      <dgm:prSet presAssocID="{82C8910F-72AB-44E7-8F87-A352430515E2}" presName="parentText" presStyleLbl="node1" presStyleIdx="1" presStyleCnt="5">
        <dgm:presLayoutVars>
          <dgm:chMax val="0"/>
          <dgm:bulletEnabled val="1"/>
        </dgm:presLayoutVars>
      </dgm:prSet>
      <dgm:spPr/>
    </dgm:pt>
    <dgm:pt modelId="{D5B030D0-950A-4BA0-A37A-B20818B249CB}" type="pres">
      <dgm:prSet presAssocID="{82C8910F-72AB-44E7-8F87-A352430515E2}" presName="childText" presStyleLbl="revTx" presStyleIdx="0" presStyleCnt="3">
        <dgm:presLayoutVars>
          <dgm:bulletEnabled val="1"/>
        </dgm:presLayoutVars>
      </dgm:prSet>
      <dgm:spPr/>
    </dgm:pt>
    <dgm:pt modelId="{0524729A-D4ED-4495-9019-DD447D4EDBA7}" type="pres">
      <dgm:prSet presAssocID="{ED5E8A59-255D-42AA-9E0B-59FAFF644FA1}" presName="parentText" presStyleLbl="node1" presStyleIdx="2" presStyleCnt="5">
        <dgm:presLayoutVars>
          <dgm:chMax val="0"/>
          <dgm:bulletEnabled val="1"/>
        </dgm:presLayoutVars>
      </dgm:prSet>
      <dgm:spPr/>
    </dgm:pt>
    <dgm:pt modelId="{65344AF2-A226-4290-BA54-38D90FA0922F}" type="pres">
      <dgm:prSet presAssocID="{ED5E8A59-255D-42AA-9E0B-59FAFF644FA1}" presName="childText" presStyleLbl="revTx" presStyleIdx="1" presStyleCnt="3">
        <dgm:presLayoutVars>
          <dgm:bulletEnabled val="1"/>
        </dgm:presLayoutVars>
      </dgm:prSet>
      <dgm:spPr/>
    </dgm:pt>
    <dgm:pt modelId="{DF95F7C4-3841-49E4-BBA1-BE3C0E2FC8BF}" type="pres">
      <dgm:prSet presAssocID="{C0782602-7E9A-4A24-B051-AF9C66EB1E06}" presName="parentText" presStyleLbl="node1" presStyleIdx="3" presStyleCnt="5">
        <dgm:presLayoutVars>
          <dgm:chMax val="0"/>
          <dgm:bulletEnabled val="1"/>
        </dgm:presLayoutVars>
      </dgm:prSet>
      <dgm:spPr/>
    </dgm:pt>
    <dgm:pt modelId="{9B52447D-0638-49E4-9A17-5279C0454AF6}" type="pres">
      <dgm:prSet presAssocID="{C0782602-7E9A-4A24-B051-AF9C66EB1E06}" presName="childText" presStyleLbl="revTx" presStyleIdx="2" presStyleCnt="3">
        <dgm:presLayoutVars>
          <dgm:bulletEnabled val="1"/>
        </dgm:presLayoutVars>
      </dgm:prSet>
      <dgm:spPr/>
    </dgm:pt>
    <dgm:pt modelId="{2B29D59D-F245-476A-B350-5E891130771A}" type="pres">
      <dgm:prSet presAssocID="{6268706A-99A4-4AC9-A388-5A7316E55F26}" presName="parentText" presStyleLbl="node1" presStyleIdx="4" presStyleCnt="5">
        <dgm:presLayoutVars>
          <dgm:chMax val="0"/>
          <dgm:bulletEnabled val="1"/>
        </dgm:presLayoutVars>
      </dgm:prSet>
      <dgm:spPr/>
    </dgm:pt>
  </dgm:ptLst>
  <dgm:cxnLst>
    <dgm:cxn modelId="{66E9E902-0B53-4996-96FB-EEF49EE6FC47}" srcId="{BDC9D99B-9C72-42EB-9E11-189B19E01036}" destId="{6268706A-99A4-4AC9-A388-5A7316E55F26}" srcOrd="4" destOrd="0" parTransId="{548FD8A3-4EBD-4934-AC76-AB536A09DB7D}" sibTransId="{87AFB0B1-D2E9-4AA8-B3A7-317F0D79E6B7}"/>
    <dgm:cxn modelId="{113D7014-A31B-4410-A80B-9A6EEE4FC580}" type="presOf" srcId="{C0782602-7E9A-4A24-B051-AF9C66EB1E06}" destId="{DF95F7C4-3841-49E4-BBA1-BE3C0E2FC8BF}" srcOrd="0" destOrd="0" presId="urn:microsoft.com/office/officeart/2005/8/layout/vList2"/>
    <dgm:cxn modelId="{9116C41E-3BC5-4CBC-A0C0-F9FCD0A7BE88}" type="presOf" srcId="{DD097B1C-9BDF-44B3-B7F0-98B7B3C46203}" destId="{65344AF2-A226-4290-BA54-38D90FA0922F}" srcOrd="0" destOrd="0" presId="urn:microsoft.com/office/officeart/2005/8/layout/vList2"/>
    <dgm:cxn modelId="{F1B8E32B-CC77-4664-A508-518D78C0F346}" type="presOf" srcId="{3E2AF166-C157-4FE4-AFD6-90A0B27AE1C8}" destId="{30DD30C0-9E27-445A-A8A2-154657850F82}" srcOrd="0" destOrd="0" presId="urn:microsoft.com/office/officeart/2005/8/layout/vList2"/>
    <dgm:cxn modelId="{DEC6AF34-0659-400D-A3BD-CB7ACB35DB4B}" srcId="{ED5E8A59-255D-42AA-9E0B-59FAFF644FA1}" destId="{DD097B1C-9BDF-44B3-B7F0-98B7B3C46203}" srcOrd="0" destOrd="0" parTransId="{86C4D353-8DB8-46F4-BF8E-FB0EAB33EA44}" sibTransId="{5B3057A5-5AD6-4BB1-B642-A5C610818F02}"/>
    <dgm:cxn modelId="{F8B9AB6B-CC53-41A1-9CE6-05558208A73A}" type="presOf" srcId="{ED5E8A59-255D-42AA-9E0B-59FAFF644FA1}" destId="{0524729A-D4ED-4495-9019-DD447D4EDBA7}" srcOrd="0" destOrd="0" presId="urn:microsoft.com/office/officeart/2005/8/layout/vList2"/>
    <dgm:cxn modelId="{0E316352-DF71-4765-BE67-225CBCA34E61}" type="presOf" srcId="{82C8910F-72AB-44E7-8F87-A352430515E2}" destId="{A4772292-80A4-4F25-BB74-BEE307F41CE6}" srcOrd="0" destOrd="0" presId="urn:microsoft.com/office/officeart/2005/8/layout/vList2"/>
    <dgm:cxn modelId="{98FCF456-B969-4551-BA5B-150E8A87B827}" srcId="{BDC9D99B-9C72-42EB-9E11-189B19E01036}" destId="{82C8910F-72AB-44E7-8F87-A352430515E2}" srcOrd="1" destOrd="0" parTransId="{02CC3E30-F8FF-4AED-A3B3-B94D1E910CDB}" sibTransId="{411FD634-FCAE-4F6A-B97C-19731FA647FE}"/>
    <dgm:cxn modelId="{A341367A-95F3-4438-80CA-F2E89C79958D}" srcId="{BDC9D99B-9C72-42EB-9E11-189B19E01036}" destId="{C0782602-7E9A-4A24-B051-AF9C66EB1E06}" srcOrd="3" destOrd="0" parTransId="{D2122B1C-9621-4670-8561-A5DCAE21897E}" sibTransId="{548630D0-793F-4494-A45D-B161E58734AC}"/>
    <dgm:cxn modelId="{B3DEE85A-6A6E-4516-BCCB-93237BDF4511}" type="presOf" srcId="{BDC9D99B-9C72-42EB-9E11-189B19E01036}" destId="{8B0A72C8-0502-4AF0-BB37-0F435FCB138C}" srcOrd="0" destOrd="0" presId="urn:microsoft.com/office/officeart/2005/8/layout/vList2"/>
    <dgm:cxn modelId="{BD5B378B-02D4-4FC2-9EB0-35DD2F921961}" srcId="{C0782602-7E9A-4A24-B051-AF9C66EB1E06}" destId="{0B46A3A4-4F4D-4C17-A3F0-391EBAF8FEF1}" srcOrd="0" destOrd="0" parTransId="{EEC406ED-249A-445D-8AB4-94CCE214B004}" sibTransId="{AB616C36-0F41-4B4E-B523-20DF435CFA4D}"/>
    <dgm:cxn modelId="{2F53B296-D4C8-4281-8DCD-24A14A66C82D}" srcId="{BDC9D99B-9C72-42EB-9E11-189B19E01036}" destId="{ED5E8A59-255D-42AA-9E0B-59FAFF644FA1}" srcOrd="2" destOrd="0" parTransId="{700D1D4E-B6D2-49DE-9485-0AFC1DDB69A4}" sibTransId="{112F2ED7-546A-4168-976A-A8427C13A7B8}"/>
    <dgm:cxn modelId="{0E4F52C8-D5FE-4502-809C-711F7B3DA4EB}" type="presOf" srcId="{0B46A3A4-4F4D-4C17-A3F0-391EBAF8FEF1}" destId="{9B52447D-0638-49E4-9A17-5279C0454AF6}" srcOrd="0" destOrd="0" presId="urn:microsoft.com/office/officeart/2005/8/layout/vList2"/>
    <dgm:cxn modelId="{30065ED8-B44B-48C9-82E6-860895C2A2F2}" type="presOf" srcId="{6268706A-99A4-4AC9-A388-5A7316E55F26}" destId="{2B29D59D-F245-476A-B350-5E891130771A}" srcOrd="0" destOrd="0" presId="urn:microsoft.com/office/officeart/2005/8/layout/vList2"/>
    <dgm:cxn modelId="{51F723EB-96C6-481B-85A8-66FC1EBF225B}" type="presOf" srcId="{744CC231-83DF-493F-87EC-30C3AC3FDD4F}" destId="{D5B030D0-950A-4BA0-A37A-B20818B249CB}" srcOrd="0" destOrd="0" presId="urn:microsoft.com/office/officeart/2005/8/layout/vList2"/>
    <dgm:cxn modelId="{0FB835F7-5AB8-44B7-BFCD-CCBFB3DEF73E}" srcId="{BDC9D99B-9C72-42EB-9E11-189B19E01036}" destId="{3E2AF166-C157-4FE4-AFD6-90A0B27AE1C8}" srcOrd="0" destOrd="0" parTransId="{1EB0D7C7-927E-4E5E-B788-55F1570898CF}" sibTransId="{67144281-A1A1-44FA-BF23-03584727D48A}"/>
    <dgm:cxn modelId="{9B031EFA-CF5A-41C8-80C8-3EE12B457EF1}" srcId="{82C8910F-72AB-44E7-8F87-A352430515E2}" destId="{744CC231-83DF-493F-87EC-30C3AC3FDD4F}" srcOrd="0" destOrd="0" parTransId="{FE21D4D2-0683-467D-9B66-501A2E6070F9}" sibTransId="{F04A8392-B679-47B6-A79D-EF22A38BDFE9}"/>
    <dgm:cxn modelId="{5488D39C-64ED-4126-843D-2F302B50F6CC}" type="presParOf" srcId="{8B0A72C8-0502-4AF0-BB37-0F435FCB138C}" destId="{30DD30C0-9E27-445A-A8A2-154657850F82}" srcOrd="0" destOrd="0" presId="urn:microsoft.com/office/officeart/2005/8/layout/vList2"/>
    <dgm:cxn modelId="{9608182C-E8E0-452E-A9AF-35C17F2C7B64}" type="presParOf" srcId="{8B0A72C8-0502-4AF0-BB37-0F435FCB138C}" destId="{9173C21A-96AA-4FFA-89FA-B96E084EEA86}" srcOrd="1" destOrd="0" presId="urn:microsoft.com/office/officeart/2005/8/layout/vList2"/>
    <dgm:cxn modelId="{5AC3DB16-3B67-4165-BE61-D3C3C06108DB}" type="presParOf" srcId="{8B0A72C8-0502-4AF0-BB37-0F435FCB138C}" destId="{A4772292-80A4-4F25-BB74-BEE307F41CE6}" srcOrd="2" destOrd="0" presId="urn:microsoft.com/office/officeart/2005/8/layout/vList2"/>
    <dgm:cxn modelId="{DC256B55-4D8F-48F6-80BD-AC89BF6BB61F}" type="presParOf" srcId="{8B0A72C8-0502-4AF0-BB37-0F435FCB138C}" destId="{D5B030D0-950A-4BA0-A37A-B20818B249CB}" srcOrd="3" destOrd="0" presId="urn:microsoft.com/office/officeart/2005/8/layout/vList2"/>
    <dgm:cxn modelId="{C35A3C57-9F10-429F-8BEE-C5453B9F501B}" type="presParOf" srcId="{8B0A72C8-0502-4AF0-BB37-0F435FCB138C}" destId="{0524729A-D4ED-4495-9019-DD447D4EDBA7}" srcOrd="4" destOrd="0" presId="urn:microsoft.com/office/officeart/2005/8/layout/vList2"/>
    <dgm:cxn modelId="{071D2C54-961D-478C-9CF0-F6961E401691}" type="presParOf" srcId="{8B0A72C8-0502-4AF0-BB37-0F435FCB138C}" destId="{65344AF2-A226-4290-BA54-38D90FA0922F}" srcOrd="5" destOrd="0" presId="urn:microsoft.com/office/officeart/2005/8/layout/vList2"/>
    <dgm:cxn modelId="{A1C3751F-4BBF-45ED-B762-29800089723C}" type="presParOf" srcId="{8B0A72C8-0502-4AF0-BB37-0F435FCB138C}" destId="{DF95F7C4-3841-49E4-BBA1-BE3C0E2FC8BF}" srcOrd="6" destOrd="0" presId="urn:microsoft.com/office/officeart/2005/8/layout/vList2"/>
    <dgm:cxn modelId="{34F679F5-C651-462E-8F00-F12BADD111CC}" type="presParOf" srcId="{8B0A72C8-0502-4AF0-BB37-0F435FCB138C}" destId="{9B52447D-0638-49E4-9A17-5279C0454AF6}" srcOrd="7" destOrd="0" presId="urn:microsoft.com/office/officeart/2005/8/layout/vList2"/>
    <dgm:cxn modelId="{19CCCE58-CDEF-47A3-B245-3CBE4A537693}" type="presParOf" srcId="{8B0A72C8-0502-4AF0-BB37-0F435FCB138C}" destId="{2B29D59D-F245-476A-B350-5E891130771A}" srcOrd="8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DC860509-FC5A-4BB0-B1EA-5A28955DC5DE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D85F9472-7363-4860-AC9B-ED96BC3A5850}">
      <dgm:prSet/>
      <dgm:spPr/>
      <dgm:t>
        <a:bodyPr/>
        <a:lstStyle/>
        <a:p>
          <a:r>
            <a:rPr lang="en-US"/>
            <a:t>Aggregation ($group) is expensive</a:t>
          </a:r>
        </a:p>
      </dgm:t>
    </dgm:pt>
    <dgm:pt modelId="{8B773824-0E24-4D55-B0F6-350F9EDAAB87}" type="parTrans" cxnId="{3EEA2A62-D18D-4749-A15A-46FB6B19AE71}">
      <dgm:prSet/>
      <dgm:spPr/>
      <dgm:t>
        <a:bodyPr/>
        <a:lstStyle/>
        <a:p>
          <a:endParaRPr lang="en-US"/>
        </a:p>
      </dgm:t>
    </dgm:pt>
    <dgm:pt modelId="{3BB6BE18-D27E-41AF-8CDF-130401295F27}" type="sibTrans" cxnId="{3EEA2A62-D18D-4749-A15A-46FB6B19AE71}">
      <dgm:prSet/>
      <dgm:spPr/>
      <dgm:t>
        <a:bodyPr/>
        <a:lstStyle/>
        <a:p>
          <a:endParaRPr lang="en-US"/>
        </a:p>
      </dgm:t>
    </dgm:pt>
    <dgm:pt modelId="{2440F61C-B280-449E-A373-DFD2927FF0A3}">
      <dgm:prSet/>
      <dgm:spPr/>
      <dgm:t>
        <a:bodyPr/>
        <a:lstStyle/>
        <a:p>
          <a:r>
            <a:rPr lang="en-US"/>
            <a:t>$unwind increases data size → slows down query</a:t>
          </a:r>
        </a:p>
      </dgm:t>
    </dgm:pt>
    <dgm:pt modelId="{78218575-CF5B-46F2-8458-07F419F5CB19}" type="parTrans" cxnId="{27FE5C52-AC4C-404A-A2FD-E8CDD27946E3}">
      <dgm:prSet/>
      <dgm:spPr/>
      <dgm:t>
        <a:bodyPr/>
        <a:lstStyle/>
        <a:p>
          <a:endParaRPr lang="en-US"/>
        </a:p>
      </dgm:t>
    </dgm:pt>
    <dgm:pt modelId="{563E2A7D-6065-4342-9FF6-AFFB58FD27B7}" type="sibTrans" cxnId="{27FE5C52-AC4C-404A-A2FD-E8CDD27946E3}">
      <dgm:prSet/>
      <dgm:spPr/>
      <dgm:t>
        <a:bodyPr/>
        <a:lstStyle/>
        <a:p>
          <a:endParaRPr lang="en-US"/>
        </a:p>
      </dgm:t>
    </dgm:pt>
    <dgm:pt modelId="{8C063FB6-F231-49A4-9985-8CE610B279EA}">
      <dgm:prSet/>
      <dgm:spPr/>
      <dgm:t>
        <a:bodyPr/>
        <a:lstStyle/>
        <a:p>
          <a:r>
            <a:rPr lang="en-US"/>
            <a:t>Bulk operations (updateMany, deleteMany) are costly</a:t>
          </a:r>
        </a:p>
      </dgm:t>
    </dgm:pt>
    <dgm:pt modelId="{019C6387-7A5C-4E4C-A348-7750C2045A3D}" type="parTrans" cxnId="{A10779A9-563B-49AD-A4B4-82079202DBDD}">
      <dgm:prSet/>
      <dgm:spPr/>
      <dgm:t>
        <a:bodyPr/>
        <a:lstStyle/>
        <a:p>
          <a:endParaRPr lang="en-US"/>
        </a:p>
      </dgm:t>
    </dgm:pt>
    <dgm:pt modelId="{CFB60AB7-248D-43AB-AD6C-5AF448D63191}" type="sibTrans" cxnId="{A10779A9-563B-49AD-A4B4-82079202DBDD}">
      <dgm:prSet/>
      <dgm:spPr/>
      <dgm:t>
        <a:bodyPr/>
        <a:lstStyle/>
        <a:p>
          <a:endParaRPr lang="en-US"/>
        </a:p>
      </dgm:t>
    </dgm:pt>
    <dgm:pt modelId="{AB0754E5-F802-4B30-918E-814B6FD2CA84}">
      <dgm:prSet/>
      <dgm:spPr/>
      <dgm:t>
        <a:bodyPr/>
        <a:lstStyle/>
        <a:p>
          <a:r>
            <a:rPr lang="en-US"/>
            <a:t>Regex queries are slower than exact matches</a:t>
          </a:r>
        </a:p>
      </dgm:t>
    </dgm:pt>
    <dgm:pt modelId="{C433357A-2276-4368-B262-D240CA247347}" type="parTrans" cxnId="{AA050364-BF8D-42E0-8CCF-59A14F5E3E66}">
      <dgm:prSet/>
      <dgm:spPr/>
      <dgm:t>
        <a:bodyPr/>
        <a:lstStyle/>
        <a:p>
          <a:endParaRPr lang="en-US"/>
        </a:p>
      </dgm:t>
    </dgm:pt>
    <dgm:pt modelId="{29DAB555-D15E-4FFA-8CB0-F35A99545654}" type="sibTrans" cxnId="{AA050364-BF8D-42E0-8CCF-59A14F5E3E66}">
      <dgm:prSet/>
      <dgm:spPr/>
      <dgm:t>
        <a:bodyPr/>
        <a:lstStyle/>
        <a:p>
          <a:endParaRPr lang="en-US"/>
        </a:p>
      </dgm:t>
    </dgm:pt>
    <dgm:pt modelId="{7959381E-2A97-4A45-89DF-111D6F8C036B}">
      <dgm:prSet/>
      <dgm:spPr/>
      <dgm:t>
        <a:bodyPr/>
        <a:lstStyle/>
        <a:p>
          <a:r>
            <a:rPr lang="en-US"/>
            <a:t>Simple find + projection is fastest</a:t>
          </a:r>
        </a:p>
      </dgm:t>
    </dgm:pt>
    <dgm:pt modelId="{6FC29BB9-1316-4DAA-A8E1-291DBCEA0D3C}" type="parTrans" cxnId="{30574125-A4D2-4D35-8A1B-FF4BE008DC2D}">
      <dgm:prSet/>
      <dgm:spPr/>
      <dgm:t>
        <a:bodyPr/>
        <a:lstStyle/>
        <a:p>
          <a:endParaRPr lang="en-US"/>
        </a:p>
      </dgm:t>
    </dgm:pt>
    <dgm:pt modelId="{58CB1161-D184-4131-8416-FF6348A20F78}" type="sibTrans" cxnId="{30574125-A4D2-4D35-8A1B-FF4BE008DC2D}">
      <dgm:prSet/>
      <dgm:spPr/>
      <dgm:t>
        <a:bodyPr/>
        <a:lstStyle/>
        <a:p>
          <a:endParaRPr lang="en-US"/>
        </a:p>
      </dgm:t>
    </dgm:pt>
    <dgm:pt modelId="{F41C637C-0463-4689-8564-455B1D21EAB7}" type="pres">
      <dgm:prSet presAssocID="{DC860509-FC5A-4BB0-B1EA-5A28955DC5DE}" presName="linear" presStyleCnt="0">
        <dgm:presLayoutVars>
          <dgm:animLvl val="lvl"/>
          <dgm:resizeHandles val="exact"/>
        </dgm:presLayoutVars>
      </dgm:prSet>
      <dgm:spPr/>
    </dgm:pt>
    <dgm:pt modelId="{68BBDF64-878B-47B6-8D63-FA32C5D69CF8}" type="pres">
      <dgm:prSet presAssocID="{D85F9472-7363-4860-AC9B-ED96BC3A5850}" presName="parentText" presStyleLbl="node1" presStyleIdx="0" presStyleCnt="5">
        <dgm:presLayoutVars>
          <dgm:chMax val="0"/>
          <dgm:bulletEnabled val="1"/>
        </dgm:presLayoutVars>
      </dgm:prSet>
      <dgm:spPr/>
    </dgm:pt>
    <dgm:pt modelId="{A85C582E-B484-41F1-A7A9-665143238C0D}" type="pres">
      <dgm:prSet presAssocID="{3BB6BE18-D27E-41AF-8CDF-130401295F27}" presName="spacer" presStyleCnt="0"/>
      <dgm:spPr/>
    </dgm:pt>
    <dgm:pt modelId="{EADCEFD7-41E1-4CA5-88A3-37F817B64A64}" type="pres">
      <dgm:prSet presAssocID="{2440F61C-B280-449E-A373-DFD2927FF0A3}" presName="parentText" presStyleLbl="node1" presStyleIdx="1" presStyleCnt="5">
        <dgm:presLayoutVars>
          <dgm:chMax val="0"/>
          <dgm:bulletEnabled val="1"/>
        </dgm:presLayoutVars>
      </dgm:prSet>
      <dgm:spPr/>
    </dgm:pt>
    <dgm:pt modelId="{7E942AE9-2029-4C8A-808B-48FA3A92B9E0}" type="pres">
      <dgm:prSet presAssocID="{563E2A7D-6065-4342-9FF6-AFFB58FD27B7}" presName="spacer" presStyleCnt="0"/>
      <dgm:spPr/>
    </dgm:pt>
    <dgm:pt modelId="{E5FC9CB4-78F1-4F73-89B1-185E1303C74F}" type="pres">
      <dgm:prSet presAssocID="{8C063FB6-F231-49A4-9985-8CE610B279EA}" presName="parentText" presStyleLbl="node1" presStyleIdx="2" presStyleCnt="5">
        <dgm:presLayoutVars>
          <dgm:chMax val="0"/>
          <dgm:bulletEnabled val="1"/>
        </dgm:presLayoutVars>
      </dgm:prSet>
      <dgm:spPr/>
    </dgm:pt>
    <dgm:pt modelId="{E5D3731E-F3FB-4995-8E6A-8DA1B7F74ADB}" type="pres">
      <dgm:prSet presAssocID="{CFB60AB7-248D-43AB-AD6C-5AF448D63191}" presName="spacer" presStyleCnt="0"/>
      <dgm:spPr/>
    </dgm:pt>
    <dgm:pt modelId="{F99DEBDB-2994-4F61-972E-52FDA3E1F3F1}" type="pres">
      <dgm:prSet presAssocID="{AB0754E5-F802-4B30-918E-814B6FD2CA84}" presName="parentText" presStyleLbl="node1" presStyleIdx="3" presStyleCnt="5">
        <dgm:presLayoutVars>
          <dgm:chMax val="0"/>
          <dgm:bulletEnabled val="1"/>
        </dgm:presLayoutVars>
      </dgm:prSet>
      <dgm:spPr/>
    </dgm:pt>
    <dgm:pt modelId="{9C507B37-DAE2-4A6A-A08A-574529167585}" type="pres">
      <dgm:prSet presAssocID="{29DAB555-D15E-4FFA-8CB0-F35A99545654}" presName="spacer" presStyleCnt="0"/>
      <dgm:spPr/>
    </dgm:pt>
    <dgm:pt modelId="{BFF6C8F5-65CB-4FA7-B106-7FB062DB6321}" type="pres">
      <dgm:prSet presAssocID="{7959381E-2A97-4A45-89DF-111D6F8C036B}" presName="parentText" presStyleLbl="node1" presStyleIdx="4" presStyleCnt="5">
        <dgm:presLayoutVars>
          <dgm:chMax val="0"/>
          <dgm:bulletEnabled val="1"/>
        </dgm:presLayoutVars>
      </dgm:prSet>
      <dgm:spPr/>
    </dgm:pt>
  </dgm:ptLst>
  <dgm:cxnLst>
    <dgm:cxn modelId="{30574125-A4D2-4D35-8A1B-FF4BE008DC2D}" srcId="{DC860509-FC5A-4BB0-B1EA-5A28955DC5DE}" destId="{7959381E-2A97-4A45-89DF-111D6F8C036B}" srcOrd="4" destOrd="0" parTransId="{6FC29BB9-1316-4DAA-A8E1-291DBCEA0D3C}" sibTransId="{58CB1161-D184-4131-8416-FF6348A20F78}"/>
    <dgm:cxn modelId="{FC51E22D-B2A3-4BD1-90F8-6FDEF418FB90}" type="presOf" srcId="{8C063FB6-F231-49A4-9985-8CE610B279EA}" destId="{E5FC9CB4-78F1-4F73-89B1-185E1303C74F}" srcOrd="0" destOrd="0" presId="urn:microsoft.com/office/officeart/2005/8/layout/vList2"/>
    <dgm:cxn modelId="{3EEA2A62-D18D-4749-A15A-46FB6B19AE71}" srcId="{DC860509-FC5A-4BB0-B1EA-5A28955DC5DE}" destId="{D85F9472-7363-4860-AC9B-ED96BC3A5850}" srcOrd="0" destOrd="0" parTransId="{8B773824-0E24-4D55-B0F6-350F9EDAAB87}" sibTransId="{3BB6BE18-D27E-41AF-8CDF-130401295F27}"/>
    <dgm:cxn modelId="{AA050364-BF8D-42E0-8CCF-59A14F5E3E66}" srcId="{DC860509-FC5A-4BB0-B1EA-5A28955DC5DE}" destId="{AB0754E5-F802-4B30-918E-814B6FD2CA84}" srcOrd="3" destOrd="0" parTransId="{C433357A-2276-4368-B262-D240CA247347}" sibTransId="{29DAB555-D15E-4FFA-8CB0-F35A99545654}"/>
    <dgm:cxn modelId="{27FE5C52-AC4C-404A-A2FD-E8CDD27946E3}" srcId="{DC860509-FC5A-4BB0-B1EA-5A28955DC5DE}" destId="{2440F61C-B280-449E-A373-DFD2927FF0A3}" srcOrd="1" destOrd="0" parTransId="{78218575-CF5B-46F2-8458-07F419F5CB19}" sibTransId="{563E2A7D-6065-4342-9FF6-AFFB58FD27B7}"/>
    <dgm:cxn modelId="{5350EC58-76C2-4E0B-B359-D4EA624E6FC6}" type="presOf" srcId="{AB0754E5-F802-4B30-918E-814B6FD2CA84}" destId="{F99DEBDB-2994-4F61-972E-52FDA3E1F3F1}" srcOrd="0" destOrd="0" presId="urn:microsoft.com/office/officeart/2005/8/layout/vList2"/>
    <dgm:cxn modelId="{A10779A9-563B-49AD-A4B4-82079202DBDD}" srcId="{DC860509-FC5A-4BB0-B1EA-5A28955DC5DE}" destId="{8C063FB6-F231-49A4-9985-8CE610B279EA}" srcOrd="2" destOrd="0" parTransId="{019C6387-7A5C-4E4C-A348-7750C2045A3D}" sibTransId="{CFB60AB7-248D-43AB-AD6C-5AF448D63191}"/>
    <dgm:cxn modelId="{A6C333B5-DAD0-43E7-90F5-F0C1BA45E2D9}" type="presOf" srcId="{2440F61C-B280-449E-A373-DFD2927FF0A3}" destId="{EADCEFD7-41E1-4CA5-88A3-37F817B64A64}" srcOrd="0" destOrd="0" presId="urn:microsoft.com/office/officeart/2005/8/layout/vList2"/>
    <dgm:cxn modelId="{AC0C5DD0-FDD8-43A5-AB10-0BCD90A511CA}" type="presOf" srcId="{DC860509-FC5A-4BB0-B1EA-5A28955DC5DE}" destId="{F41C637C-0463-4689-8564-455B1D21EAB7}" srcOrd="0" destOrd="0" presId="urn:microsoft.com/office/officeart/2005/8/layout/vList2"/>
    <dgm:cxn modelId="{99FA61D8-3A56-46B7-99E0-9F48B74A5500}" type="presOf" srcId="{7959381E-2A97-4A45-89DF-111D6F8C036B}" destId="{BFF6C8F5-65CB-4FA7-B106-7FB062DB6321}" srcOrd="0" destOrd="0" presId="urn:microsoft.com/office/officeart/2005/8/layout/vList2"/>
    <dgm:cxn modelId="{E921C2DD-242C-4777-909B-D63F3721E26D}" type="presOf" srcId="{D85F9472-7363-4860-AC9B-ED96BC3A5850}" destId="{68BBDF64-878B-47B6-8D63-FA32C5D69CF8}" srcOrd="0" destOrd="0" presId="urn:microsoft.com/office/officeart/2005/8/layout/vList2"/>
    <dgm:cxn modelId="{C6BA3088-3F38-4A65-8D68-1537AC2E1544}" type="presParOf" srcId="{F41C637C-0463-4689-8564-455B1D21EAB7}" destId="{68BBDF64-878B-47B6-8D63-FA32C5D69CF8}" srcOrd="0" destOrd="0" presId="urn:microsoft.com/office/officeart/2005/8/layout/vList2"/>
    <dgm:cxn modelId="{61026583-DF11-4C06-9884-E95A2FDE3BF8}" type="presParOf" srcId="{F41C637C-0463-4689-8564-455B1D21EAB7}" destId="{A85C582E-B484-41F1-A7A9-665143238C0D}" srcOrd="1" destOrd="0" presId="urn:microsoft.com/office/officeart/2005/8/layout/vList2"/>
    <dgm:cxn modelId="{830B906F-59DE-46A7-8E50-C0958CE840DC}" type="presParOf" srcId="{F41C637C-0463-4689-8564-455B1D21EAB7}" destId="{EADCEFD7-41E1-4CA5-88A3-37F817B64A64}" srcOrd="2" destOrd="0" presId="urn:microsoft.com/office/officeart/2005/8/layout/vList2"/>
    <dgm:cxn modelId="{473A30CB-D9BA-421A-8E8A-3FEA5C7C51FF}" type="presParOf" srcId="{F41C637C-0463-4689-8564-455B1D21EAB7}" destId="{7E942AE9-2029-4C8A-808B-48FA3A92B9E0}" srcOrd="3" destOrd="0" presId="urn:microsoft.com/office/officeart/2005/8/layout/vList2"/>
    <dgm:cxn modelId="{43AD122B-74B7-4693-85F4-FC6B17304D0C}" type="presParOf" srcId="{F41C637C-0463-4689-8564-455B1D21EAB7}" destId="{E5FC9CB4-78F1-4F73-89B1-185E1303C74F}" srcOrd="4" destOrd="0" presId="urn:microsoft.com/office/officeart/2005/8/layout/vList2"/>
    <dgm:cxn modelId="{CE3FDF7F-C507-4E68-98D4-0CE5AA21202C}" type="presParOf" srcId="{F41C637C-0463-4689-8564-455B1D21EAB7}" destId="{E5D3731E-F3FB-4995-8E6A-8DA1B7F74ADB}" srcOrd="5" destOrd="0" presId="urn:microsoft.com/office/officeart/2005/8/layout/vList2"/>
    <dgm:cxn modelId="{AF322D58-D32A-49D5-A69D-9404D8A09229}" type="presParOf" srcId="{F41C637C-0463-4689-8564-455B1D21EAB7}" destId="{F99DEBDB-2994-4F61-972E-52FDA3E1F3F1}" srcOrd="6" destOrd="0" presId="urn:microsoft.com/office/officeart/2005/8/layout/vList2"/>
    <dgm:cxn modelId="{4CF5F8B9-A77E-405E-9A3C-065AA0D0665A}" type="presParOf" srcId="{F41C637C-0463-4689-8564-455B1D21EAB7}" destId="{9C507B37-DAE2-4A6A-A08A-574529167585}" srcOrd="7" destOrd="0" presId="urn:microsoft.com/office/officeart/2005/8/layout/vList2"/>
    <dgm:cxn modelId="{00CBF961-2A1B-4C66-9BD5-C78E2FBF4379}" type="presParOf" srcId="{F41C637C-0463-4689-8564-455B1D21EAB7}" destId="{BFF6C8F5-65CB-4FA7-B106-7FB062DB6321}" srcOrd="8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13786DF-C529-4DFB-9E5C-AF19967AD842}">
      <dsp:nvSpPr>
        <dsp:cNvPr id="0" name=""/>
        <dsp:cNvSpPr/>
      </dsp:nvSpPr>
      <dsp:spPr>
        <a:xfrm>
          <a:off x="0" y="57726"/>
          <a:ext cx="6168240" cy="270270"/>
        </a:xfrm>
        <a:prstGeom prst="round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Project Overview</a:t>
          </a:r>
        </a:p>
      </dsp:txBody>
      <dsp:txXfrm>
        <a:off x="13193" y="70919"/>
        <a:ext cx="6141854" cy="243884"/>
      </dsp:txXfrm>
    </dsp:sp>
    <dsp:sp modelId="{FE8432FC-CAA3-4106-845A-65741B01A7FA}">
      <dsp:nvSpPr>
        <dsp:cNvPr id="0" name=""/>
        <dsp:cNvSpPr/>
      </dsp:nvSpPr>
      <dsp:spPr>
        <a:xfrm>
          <a:off x="0" y="359676"/>
          <a:ext cx="6168240" cy="270270"/>
        </a:xfrm>
        <a:prstGeom prst="roundRect">
          <a:avLst/>
        </a:prstGeom>
        <a:solidFill>
          <a:schemeClr val="accent5">
            <a:hueOff val="-810143"/>
            <a:satOff val="-55"/>
            <a:lumOff val="131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 dirty="0"/>
            <a:t>Database Structure</a:t>
          </a:r>
        </a:p>
      </dsp:txBody>
      <dsp:txXfrm>
        <a:off x="13193" y="372869"/>
        <a:ext cx="6141854" cy="243884"/>
      </dsp:txXfrm>
    </dsp:sp>
    <dsp:sp modelId="{25746BB5-3155-4B0D-82EF-FAD1152278A7}">
      <dsp:nvSpPr>
        <dsp:cNvPr id="0" name=""/>
        <dsp:cNvSpPr/>
      </dsp:nvSpPr>
      <dsp:spPr>
        <a:xfrm>
          <a:off x="0" y="661626"/>
          <a:ext cx="6168240" cy="270270"/>
        </a:xfrm>
        <a:prstGeom prst="roundRect">
          <a:avLst/>
        </a:prstGeom>
        <a:solidFill>
          <a:schemeClr val="accent5">
            <a:hueOff val="-1620287"/>
            <a:satOff val="-110"/>
            <a:lumOff val="261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Prep Tasks</a:t>
          </a:r>
        </a:p>
      </dsp:txBody>
      <dsp:txXfrm>
        <a:off x="13193" y="674819"/>
        <a:ext cx="6141854" cy="243884"/>
      </dsp:txXfrm>
    </dsp:sp>
    <dsp:sp modelId="{0D8A274A-CB40-4506-BFFA-27F3DB6AFF27}">
      <dsp:nvSpPr>
        <dsp:cNvPr id="0" name=""/>
        <dsp:cNvSpPr/>
      </dsp:nvSpPr>
      <dsp:spPr>
        <a:xfrm>
          <a:off x="0" y="963576"/>
          <a:ext cx="6168240" cy="270270"/>
        </a:xfrm>
        <a:prstGeom prst="roundRect">
          <a:avLst/>
        </a:prstGeom>
        <a:solidFill>
          <a:schemeClr val="accent5">
            <a:hueOff val="-2430430"/>
            <a:satOff val="-165"/>
            <a:lumOff val="392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 dirty="0"/>
            <a:t>Task 1: Increase All Customers’ Age by 1</a:t>
          </a:r>
        </a:p>
      </dsp:txBody>
      <dsp:txXfrm>
        <a:off x="13193" y="976769"/>
        <a:ext cx="6141854" cy="243884"/>
      </dsp:txXfrm>
    </dsp:sp>
    <dsp:sp modelId="{BC1733C1-26B9-4991-9BC9-2B39D3CF32B6}">
      <dsp:nvSpPr>
        <dsp:cNvPr id="0" name=""/>
        <dsp:cNvSpPr/>
      </dsp:nvSpPr>
      <dsp:spPr>
        <a:xfrm>
          <a:off x="0" y="1265526"/>
          <a:ext cx="6168240" cy="270270"/>
        </a:xfrm>
        <a:prstGeom prst="roundRect">
          <a:avLst/>
        </a:prstGeom>
        <a:solidFill>
          <a:schemeClr val="accent5">
            <a:hueOff val="-3240573"/>
            <a:satOff val="-220"/>
            <a:lumOff val="523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 dirty="0"/>
            <a:t>Task 2: Reduce a Product’s Stock After Purchase</a:t>
          </a:r>
        </a:p>
      </dsp:txBody>
      <dsp:txXfrm>
        <a:off x="13193" y="1278719"/>
        <a:ext cx="6141854" cy="243884"/>
      </dsp:txXfrm>
    </dsp:sp>
    <dsp:sp modelId="{D4ACC9A5-721E-4880-9D45-C143D260BFB7}">
      <dsp:nvSpPr>
        <dsp:cNvPr id="0" name=""/>
        <dsp:cNvSpPr/>
      </dsp:nvSpPr>
      <dsp:spPr>
        <a:xfrm>
          <a:off x="0" y="1567476"/>
          <a:ext cx="6168240" cy="270270"/>
        </a:xfrm>
        <a:prstGeom prst="roundRect">
          <a:avLst/>
        </a:prstGeom>
        <a:solidFill>
          <a:schemeClr val="accent5">
            <a:hueOff val="-4050717"/>
            <a:satOff val="-275"/>
            <a:lumOff val="654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 dirty="0"/>
            <a:t>Task 3: Premium Customer Emails</a:t>
          </a:r>
        </a:p>
      </dsp:txBody>
      <dsp:txXfrm>
        <a:off x="13193" y="1580669"/>
        <a:ext cx="6141854" cy="243884"/>
      </dsp:txXfrm>
    </dsp:sp>
    <dsp:sp modelId="{9A025C7C-C896-4D3D-9E42-ADC000DEAD6E}">
      <dsp:nvSpPr>
        <dsp:cNvPr id="0" name=""/>
        <dsp:cNvSpPr/>
      </dsp:nvSpPr>
      <dsp:spPr>
        <a:xfrm>
          <a:off x="0" y="1869426"/>
          <a:ext cx="6168240" cy="270270"/>
        </a:xfrm>
        <a:prstGeom prst="roundRect">
          <a:avLst/>
        </a:prstGeom>
        <a:solidFill>
          <a:schemeClr val="accent5">
            <a:hueOff val="-4860860"/>
            <a:satOff val="-330"/>
            <a:lumOff val="784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 dirty="0"/>
            <a:t>Task 4: Refunded Orders in Last 30 Days</a:t>
          </a:r>
        </a:p>
      </dsp:txBody>
      <dsp:txXfrm>
        <a:off x="13193" y="1882619"/>
        <a:ext cx="6141854" cy="243884"/>
      </dsp:txXfrm>
    </dsp:sp>
    <dsp:sp modelId="{0F88C10D-8E1C-4175-830D-AE2A9F43B91C}">
      <dsp:nvSpPr>
        <dsp:cNvPr id="0" name=""/>
        <dsp:cNvSpPr/>
      </dsp:nvSpPr>
      <dsp:spPr>
        <a:xfrm>
          <a:off x="0" y="2171376"/>
          <a:ext cx="6168240" cy="270270"/>
        </a:xfrm>
        <a:prstGeom prst="roundRect">
          <a:avLst/>
        </a:prstGeom>
        <a:solidFill>
          <a:schemeClr val="accent5">
            <a:hueOff val="-5671003"/>
            <a:satOff val="-385"/>
            <a:lumOff val="915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 dirty="0"/>
            <a:t>Task 5: Count Orders by Payment Status</a:t>
          </a:r>
        </a:p>
      </dsp:txBody>
      <dsp:txXfrm>
        <a:off x="13193" y="2184569"/>
        <a:ext cx="6141854" cy="243884"/>
      </dsp:txXfrm>
    </dsp:sp>
    <dsp:sp modelId="{B928ED66-C329-420F-B129-0343AB4167D0}">
      <dsp:nvSpPr>
        <dsp:cNvPr id="0" name=""/>
        <dsp:cNvSpPr/>
      </dsp:nvSpPr>
      <dsp:spPr>
        <a:xfrm>
          <a:off x="0" y="2473326"/>
          <a:ext cx="6168240" cy="270270"/>
        </a:xfrm>
        <a:prstGeom prst="roundRect">
          <a:avLst/>
        </a:prstGeom>
        <a:solidFill>
          <a:schemeClr val="accent5">
            <a:hueOff val="-6481147"/>
            <a:satOff val="-441"/>
            <a:lumOff val="1046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 dirty="0">
              <a:solidFill>
                <a:schemeClr val="tx1">
                  <a:lumMod val="95000"/>
                </a:schemeClr>
              </a:solidFill>
            </a:rPr>
            <a:t>Task 6: </a:t>
          </a:r>
          <a:r>
            <a:rPr lang="en-US" sz="1100" b="1" i="0" kern="1200" dirty="0">
              <a:solidFill>
                <a:schemeClr val="tx1">
                  <a:lumMod val="95000"/>
                </a:schemeClr>
              </a:solidFill>
              <a:effectLst/>
              <a:latin typeface="+mn-lt"/>
              <a:ea typeface="+mn-ea"/>
              <a:cs typeface="+mn-cs"/>
            </a:rPr>
            <a:t>Promote high-activity customers to premium</a:t>
          </a:r>
        </a:p>
      </dsp:txBody>
      <dsp:txXfrm>
        <a:off x="13193" y="2486519"/>
        <a:ext cx="6141854" cy="243884"/>
      </dsp:txXfrm>
    </dsp:sp>
    <dsp:sp modelId="{B14B5C91-16CA-474D-BE89-262E7AD26B1B}">
      <dsp:nvSpPr>
        <dsp:cNvPr id="0" name=""/>
        <dsp:cNvSpPr/>
      </dsp:nvSpPr>
      <dsp:spPr>
        <a:xfrm>
          <a:off x="0" y="2775276"/>
          <a:ext cx="6168240" cy="270270"/>
        </a:xfrm>
        <a:prstGeom prst="roundRect">
          <a:avLst/>
        </a:prstGeom>
        <a:solidFill>
          <a:schemeClr val="accent5">
            <a:hueOff val="-7291290"/>
            <a:satOff val="-496"/>
            <a:lumOff val="1177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b="1" kern="1200">
              <a:solidFill>
                <a:srgbClr val="FFFFFF"/>
              </a:solidFill>
            </a:rPr>
            <a:t>Task 7: Products costing more than $200</a:t>
          </a:r>
          <a:endParaRPr lang="en-US" sz="1100" kern="1200"/>
        </a:p>
      </dsp:txBody>
      <dsp:txXfrm>
        <a:off x="13193" y="2788469"/>
        <a:ext cx="6141854" cy="243884"/>
      </dsp:txXfrm>
    </dsp:sp>
    <dsp:sp modelId="{D81EDBB2-7029-4D91-8933-F0DEFD6F1ECF}">
      <dsp:nvSpPr>
        <dsp:cNvPr id="0" name=""/>
        <dsp:cNvSpPr/>
      </dsp:nvSpPr>
      <dsp:spPr>
        <a:xfrm>
          <a:off x="0" y="3077226"/>
          <a:ext cx="6168240" cy="270270"/>
        </a:xfrm>
        <a:prstGeom prst="roundRect">
          <a:avLst/>
        </a:prstGeom>
        <a:solidFill>
          <a:schemeClr val="accent5">
            <a:hueOff val="-8101434"/>
            <a:satOff val="-551"/>
            <a:lumOff val="1307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b="1" kern="1200" dirty="0">
              <a:solidFill>
                <a:srgbClr val="FFFFFF"/>
              </a:solidFill>
            </a:rPr>
            <a:t>Task 8: Orders including a specific product</a:t>
          </a:r>
          <a:endParaRPr lang="en-US" sz="1100" kern="1200" dirty="0"/>
        </a:p>
      </dsp:txBody>
      <dsp:txXfrm>
        <a:off x="13193" y="3090419"/>
        <a:ext cx="6141854" cy="243884"/>
      </dsp:txXfrm>
    </dsp:sp>
    <dsp:sp modelId="{42E4AD15-1672-4D73-BAC1-87D01A30167A}">
      <dsp:nvSpPr>
        <dsp:cNvPr id="0" name=""/>
        <dsp:cNvSpPr/>
      </dsp:nvSpPr>
      <dsp:spPr>
        <a:xfrm>
          <a:off x="0" y="3379176"/>
          <a:ext cx="6168240" cy="270270"/>
        </a:xfrm>
        <a:prstGeom prst="roundRect">
          <a:avLst/>
        </a:prstGeom>
        <a:solidFill>
          <a:schemeClr val="accent5">
            <a:hueOff val="-8911577"/>
            <a:satOff val="-606"/>
            <a:lumOff val="1438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b="1" kern="1200">
              <a:solidFill>
                <a:srgbClr val="FFFFFF"/>
              </a:solidFill>
            </a:rPr>
            <a:t>Task 9: Delete customers never placed an order</a:t>
          </a:r>
          <a:endParaRPr lang="en-US" sz="1100" kern="1200"/>
        </a:p>
      </dsp:txBody>
      <dsp:txXfrm>
        <a:off x="13193" y="3392369"/>
        <a:ext cx="6141854" cy="243884"/>
      </dsp:txXfrm>
    </dsp:sp>
    <dsp:sp modelId="{1F051849-A172-4585-B74B-15D1FA70E40E}">
      <dsp:nvSpPr>
        <dsp:cNvPr id="0" name=""/>
        <dsp:cNvSpPr/>
      </dsp:nvSpPr>
      <dsp:spPr>
        <a:xfrm>
          <a:off x="0" y="3681126"/>
          <a:ext cx="6168240" cy="270270"/>
        </a:xfrm>
        <a:prstGeom prst="roundRect">
          <a:avLst/>
        </a:prstGeom>
        <a:solidFill>
          <a:schemeClr val="accent5">
            <a:hueOff val="-9721720"/>
            <a:satOff val="-661"/>
            <a:lumOff val="1569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b="1" kern="1200">
              <a:solidFill>
                <a:srgbClr val="FFFFFF"/>
              </a:solidFill>
            </a:rPr>
            <a:t>Task 10: Categories preferred by customers under 25</a:t>
          </a:r>
          <a:endParaRPr lang="en-US" sz="1100" kern="1200"/>
        </a:p>
      </dsp:txBody>
      <dsp:txXfrm>
        <a:off x="13193" y="3694319"/>
        <a:ext cx="6141854" cy="243884"/>
      </dsp:txXfrm>
    </dsp:sp>
    <dsp:sp modelId="{CEA6296E-F575-4580-92E3-46ADAE54908B}">
      <dsp:nvSpPr>
        <dsp:cNvPr id="0" name=""/>
        <dsp:cNvSpPr/>
      </dsp:nvSpPr>
      <dsp:spPr>
        <a:xfrm>
          <a:off x="0" y="3983076"/>
          <a:ext cx="6168240" cy="270270"/>
        </a:xfrm>
        <a:prstGeom prst="roundRect">
          <a:avLst/>
        </a:prstGeom>
        <a:solidFill>
          <a:schemeClr val="accent5">
            <a:hueOff val="-10531863"/>
            <a:satOff val="-716"/>
            <a:lumOff val="170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CN" sz="1100" b="1" kern="1200">
              <a:solidFill>
                <a:srgbClr val="FFFFFF"/>
              </a:solidFill>
            </a:rPr>
            <a:t>Task 11:</a:t>
          </a:r>
          <a:r>
            <a:rPr lang="en-US" sz="1100" b="1" kern="1200">
              <a:solidFill>
                <a:srgbClr val="FFFFFF"/>
              </a:solidFill>
            </a:rPr>
            <a:t>Customers with emails from Yahoo/Gmail</a:t>
          </a:r>
          <a:endParaRPr lang="en-US" sz="1100" kern="1200"/>
        </a:p>
      </dsp:txBody>
      <dsp:txXfrm>
        <a:off x="13193" y="3996269"/>
        <a:ext cx="6141854" cy="243884"/>
      </dsp:txXfrm>
    </dsp:sp>
    <dsp:sp modelId="{B3F71D6D-D22E-404F-B9E6-CF24E7D85074}">
      <dsp:nvSpPr>
        <dsp:cNvPr id="0" name=""/>
        <dsp:cNvSpPr/>
      </dsp:nvSpPr>
      <dsp:spPr>
        <a:xfrm>
          <a:off x="0" y="4285026"/>
          <a:ext cx="6168240" cy="270270"/>
        </a:xfrm>
        <a:prstGeom prst="roundRect">
          <a:avLst/>
        </a:prstGeom>
        <a:solidFill>
          <a:schemeClr val="accent5">
            <a:hueOff val="-11342007"/>
            <a:satOff val="-771"/>
            <a:lumOff val="183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b="1" kern="1200" dirty="0"/>
            <a:t>Execution Time and Ranking</a:t>
          </a:r>
          <a:endParaRPr lang="en-US" sz="1100" kern="1200" dirty="0"/>
        </a:p>
      </dsp:txBody>
      <dsp:txXfrm>
        <a:off x="13193" y="4298219"/>
        <a:ext cx="6141854" cy="243884"/>
      </dsp:txXfrm>
    </dsp:sp>
    <dsp:sp modelId="{A20EE3E9-0636-4E85-9B22-A75489C7D9CB}">
      <dsp:nvSpPr>
        <dsp:cNvPr id="0" name=""/>
        <dsp:cNvSpPr/>
      </dsp:nvSpPr>
      <dsp:spPr>
        <a:xfrm>
          <a:off x="0" y="4586976"/>
          <a:ext cx="6168240" cy="270270"/>
        </a:xfrm>
        <a:prstGeom prst="roundRect">
          <a:avLst/>
        </a:prstGeom>
        <a:solidFill>
          <a:schemeClr val="accent5">
            <a:hueOff val="-12152150"/>
            <a:satOff val="-826"/>
            <a:lumOff val="1961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b="1" kern="1200"/>
            <a:t>MongoDB Performance Summary</a:t>
          </a:r>
          <a:endParaRPr lang="en-US" sz="1100" kern="1200"/>
        </a:p>
      </dsp:txBody>
      <dsp:txXfrm>
        <a:off x="13193" y="4600169"/>
        <a:ext cx="6141854" cy="243884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C6CB034-9EA9-46C4-8229-5452A637BAB2}">
      <dsp:nvSpPr>
        <dsp:cNvPr id="0" name=""/>
        <dsp:cNvSpPr/>
      </dsp:nvSpPr>
      <dsp:spPr>
        <a:xfrm>
          <a:off x="0" y="1969697"/>
          <a:ext cx="7886700" cy="1292334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568" tIns="99568" rIns="99568" bIns="99568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1" kern="1200"/>
            <a:t>Reference‑Style Workflow</a:t>
          </a:r>
          <a:r>
            <a:rPr lang="en-US" sz="1400" kern="1200"/>
            <a:t> - Generate large fake datasets with Python + Faker (100K+ customers, 50K+ products, 100K+ orders). - Intentionally create a small fraction of bad records (missing email, missing category, empty orders, invalid payment_status). - Run prep tasks to clean and normalize data. - Solve </a:t>
          </a:r>
          <a:r>
            <a:rPr lang="en-US" sz="1400" b="1" kern="1200"/>
            <a:t>11 MongoDB tasks</a:t>
          </a:r>
          <a:r>
            <a:rPr lang="en-US" sz="1400" kern="1200"/>
            <a:t> in mongosh. - For </a:t>
          </a:r>
          <a:r>
            <a:rPr lang="en-US" sz="1400" b="1" kern="1200"/>
            <a:t>every task</a:t>
          </a:r>
          <a:r>
            <a:rPr lang="en-US" sz="1400" kern="1200"/>
            <a:t>, run it </a:t>
          </a:r>
          <a:r>
            <a:rPr lang="en-US" sz="1400" b="1" kern="1200"/>
            <a:t>10 times</a:t>
          </a:r>
          <a:r>
            <a:rPr lang="en-US" sz="1400" kern="1200"/>
            <a:t> and compute its </a:t>
          </a:r>
          <a:r>
            <a:rPr lang="en-US" sz="1400" b="1" kern="1200"/>
            <a:t>average execution time</a:t>
          </a:r>
          <a:r>
            <a:rPr lang="en-US" sz="1400" kern="1200"/>
            <a:t>. - Deliverables: Solutions.txt, Python scripts, and screenshots.</a:t>
          </a:r>
        </a:p>
      </dsp:txBody>
      <dsp:txXfrm>
        <a:off x="0" y="1969697"/>
        <a:ext cx="7886700" cy="1292334"/>
      </dsp:txXfrm>
    </dsp:sp>
    <dsp:sp modelId="{01D45259-70A0-4B04-8FAC-40AD1856A466}">
      <dsp:nvSpPr>
        <dsp:cNvPr id="0" name=""/>
        <dsp:cNvSpPr/>
      </dsp:nvSpPr>
      <dsp:spPr>
        <a:xfrm rot="10800000">
          <a:off x="0" y="1471"/>
          <a:ext cx="7886700" cy="1987610"/>
        </a:xfrm>
        <a:prstGeom prst="upArrowCallout">
          <a:avLst/>
        </a:prstGeom>
        <a:solidFill>
          <a:schemeClr val="accent2">
            <a:hueOff val="6443614"/>
            <a:satOff val="-18493"/>
            <a:lumOff val="-29609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568" tIns="99568" rIns="99568" bIns="99568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1" kern="1200"/>
            <a:t>What We Are Doing</a:t>
          </a:r>
          <a:r>
            <a:rPr lang="en-US" sz="1400" kern="1200"/>
            <a:t> - Building an </a:t>
          </a:r>
          <a:r>
            <a:rPr lang="en-US" sz="1400" b="1" kern="1200"/>
            <a:t>online shopping system</a:t>
          </a:r>
          <a:r>
            <a:rPr lang="en-US" sz="1400" kern="1200"/>
            <a:t> in MongoDB with: - shopdb as the database, - customers, products, and orders as the core collections. - Focus on MongoDB: - CRUD operations, - Nested documents &amp; arrays, - Updates, aggregation, and </a:t>
          </a:r>
          <a:r>
            <a:rPr lang="en-US" sz="1400" b="1" kern="1200"/>
            <a:t>performance timing</a:t>
          </a:r>
          <a:r>
            <a:rPr lang="en-US" sz="1400" kern="1200"/>
            <a:t> of queries.</a:t>
          </a:r>
        </a:p>
      </dsp:txBody>
      <dsp:txXfrm rot="10800000">
        <a:off x="0" y="1471"/>
        <a:ext cx="7886700" cy="1291489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48928FA-0F1A-46B4-8441-B29E34C0F1C1}">
      <dsp:nvSpPr>
        <dsp:cNvPr id="0" name=""/>
        <dsp:cNvSpPr/>
      </dsp:nvSpPr>
      <dsp:spPr>
        <a:xfrm>
          <a:off x="750914" y="483382"/>
          <a:ext cx="1081248" cy="1081248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79C216B-AE1A-45CF-89C3-909343CE0493}">
      <dsp:nvSpPr>
        <dsp:cNvPr id="0" name=""/>
        <dsp:cNvSpPr/>
      </dsp:nvSpPr>
      <dsp:spPr>
        <a:xfrm>
          <a:off x="90151" y="1882501"/>
          <a:ext cx="2402775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600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600" b="1" kern="1200"/>
            <a:t>Customers</a:t>
          </a:r>
          <a:endParaRPr lang="en-US" sz="3600" kern="1200"/>
        </a:p>
      </dsp:txBody>
      <dsp:txXfrm>
        <a:off x="90151" y="1882501"/>
        <a:ext cx="2402775" cy="720000"/>
      </dsp:txXfrm>
    </dsp:sp>
    <dsp:sp modelId="{4124E679-A82C-4A9E-BC67-60EE4542592E}">
      <dsp:nvSpPr>
        <dsp:cNvPr id="0" name=""/>
        <dsp:cNvSpPr/>
      </dsp:nvSpPr>
      <dsp:spPr>
        <a:xfrm>
          <a:off x="3574175" y="483382"/>
          <a:ext cx="1081248" cy="1081248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4EA2908-BE85-4FF8-9982-B97E69FFFFC6}">
      <dsp:nvSpPr>
        <dsp:cNvPr id="0" name=""/>
        <dsp:cNvSpPr/>
      </dsp:nvSpPr>
      <dsp:spPr>
        <a:xfrm>
          <a:off x="2913412" y="1882501"/>
          <a:ext cx="2402775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600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600" b="1" kern="1200"/>
            <a:t>Products</a:t>
          </a:r>
          <a:endParaRPr lang="en-US" sz="3600" kern="1200"/>
        </a:p>
      </dsp:txBody>
      <dsp:txXfrm>
        <a:off x="2913412" y="1882501"/>
        <a:ext cx="2402775" cy="720000"/>
      </dsp:txXfrm>
    </dsp:sp>
    <dsp:sp modelId="{260E6990-C9BC-4DAA-97D5-6571B8449A99}">
      <dsp:nvSpPr>
        <dsp:cNvPr id="0" name=""/>
        <dsp:cNvSpPr/>
      </dsp:nvSpPr>
      <dsp:spPr>
        <a:xfrm>
          <a:off x="6397436" y="483382"/>
          <a:ext cx="1081248" cy="1081248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5E1DCF7-40D8-438E-9E28-D7F6D98F029C}">
      <dsp:nvSpPr>
        <dsp:cNvPr id="0" name=""/>
        <dsp:cNvSpPr/>
      </dsp:nvSpPr>
      <dsp:spPr>
        <a:xfrm>
          <a:off x="5736673" y="1882501"/>
          <a:ext cx="2402775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600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600" b="1" kern="1200"/>
            <a:t>Orders</a:t>
          </a:r>
          <a:endParaRPr lang="en-US" sz="3600" kern="1200"/>
        </a:p>
      </dsp:txBody>
      <dsp:txXfrm>
        <a:off x="5736673" y="1882501"/>
        <a:ext cx="2402775" cy="720000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958AB21-3CAB-4D17-A5B9-140BF7630983}">
      <dsp:nvSpPr>
        <dsp:cNvPr id="0" name=""/>
        <dsp:cNvSpPr/>
      </dsp:nvSpPr>
      <dsp:spPr>
        <a:xfrm>
          <a:off x="0" y="1698781"/>
          <a:ext cx="3968747" cy="1114584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008" tIns="64008" rIns="64008" bIns="64008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900" b="1" kern="1200"/>
            <a:t>Performance</a:t>
          </a:r>
          <a:r>
            <a:rPr lang="en-US" sz="900" kern="1200"/>
            <a:t> - For each task, ran </a:t>
          </a:r>
          <a:r>
            <a:rPr lang="en-US" sz="900" b="1" kern="1200"/>
            <a:t>10 executions</a:t>
          </a:r>
          <a:r>
            <a:rPr lang="en-US" sz="900" kern="1200"/>
            <a:t> and computed the </a:t>
          </a:r>
          <a:r>
            <a:rPr lang="en-US" sz="900" b="1" kern="1200"/>
            <a:t>average execution time</a:t>
          </a:r>
          <a:r>
            <a:rPr lang="en-US" sz="900" kern="1200"/>
            <a:t> to analyze query performance.</a:t>
          </a:r>
        </a:p>
      </dsp:txBody>
      <dsp:txXfrm>
        <a:off x="0" y="1698781"/>
        <a:ext cx="3968747" cy="1114584"/>
      </dsp:txXfrm>
    </dsp:sp>
    <dsp:sp modelId="{1D3CAD4A-F9CF-4AC1-AEEB-5A19BCE4C6E8}">
      <dsp:nvSpPr>
        <dsp:cNvPr id="0" name=""/>
        <dsp:cNvSpPr/>
      </dsp:nvSpPr>
      <dsp:spPr>
        <a:xfrm rot="10800000">
          <a:off x="0" y="1269"/>
          <a:ext cx="3968747" cy="1714231"/>
        </a:xfrm>
        <a:prstGeom prst="upArrowCallou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008" tIns="64008" rIns="64008" bIns="64008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900" b="1" kern="1200"/>
            <a:t>Data Generation &amp; Cleaning</a:t>
          </a:r>
          <a:r>
            <a:rPr lang="en-US" sz="900" kern="1200"/>
            <a:t> - Used Python + Faker to generate customers, products, and orders. - Introduced imperfect records (missing email, missing category, empty orders, invalid payment_status). - Performed MongoDB prep tasks: - Check counts (countDocuments). - Fix missing email → "unknown@example.com". - Fix missing category → "Misc". - Remove empty orders (items: []). - Normalize invalid payment_status → "pending".</a:t>
          </a:r>
        </a:p>
      </dsp:txBody>
      <dsp:txXfrm rot="10800000">
        <a:off x="0" y="1269"/>
        <a:ext cx="3968747" cy="1113856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0DD30C0-9E27-445A-A8A2-154657850F82}">
      <dsp:nvSpPr>
        <dsp:cNvPr id="0" name=""/>
        <dsp:cNvSpPr/>
      </dsp:nvSpPr>
      <dsp:spPr>
        <a:xfrm>
          <a:off x="0" y="140253"/>
          <a:ext cx="8229600" cy="399262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8100" tIns="38100" rIns="38100" bIns="38100" numCol="1" spcCol="1270" anchor="ctr" anchorCtr="0">
          <a:noAutofit/>
        </a:bodyPr>
        <a:lstStyle/>
        <a:p>
          <a:pPr marL="0" lvl="0" indent="0" algn="l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00" b="1" kern="1200"/>
            <a:t>Goal</a:t>
          </a:r>
          <a:r>
            <a:rPr lang="en-US" sz="1000" kern="1200"/>
            <a:t> - Choose one product with stock &gt; 0. - Reduce its stock by 1. - Reset the stock before </a:t>
          </a:r>
          <a:r>
            <a:rPr lang="en-US" sz="1000" b="1" kern="1200"/>
            <a:t>each timed run</a:t>
          </a:r>
          <a:r>
            <a:rPr lang="en-US" sz="1000" kern="1200"/>
            <a:t>.</a:t>
          </a:r>
        </a:p>
      </dsp:txBody>
      <dsp:txXfrm>
        <a:off x="19490" y="159743"/>
        <a:ext cx="8190620" cy="360282"/>
      </dsp:txXfrm>
    </dsp:sp>
    <dsp:sp modelId="{A4772292-80A4-4F25-BB74-BEE307F41CE6}">
      <dsp:nvSpPr>
        <dsp:cNvPr id="0" name=""/>
        <dsp:cNvSpPr/>
      </dsp:nvSpPr>
      <dsp:spPr>
        <a:xfrm>
          <a:off x="0" y="568315"/>
          <a:ext cx="8229600" cy="399262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8100" tIns="38100" rIns="38100" bIns="38100" numCol="1" spcCol="1270" anchor="ctr" anchorCtr="0">
          <a:noAutofit/>
        </a:bodyPr>
        <a:lstStyle/>
        <a:p>
          <a:pPr marL="0" lvl="0" indent="0" algn="l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00" b="1" kern="1200"/>
            <a:t>1. Find a suitable product ID</a:t>
          </a:r>
          <a:endParaRPr lang="en-US" sz="1000" kern="1200"/>
        </a:p>
      </dsp:txBody>
      <dsp:txXfrm>
        <a:off x="19490" y="587805"/>
        <a:ext cx="8190620" cy="360282"/>
      </dsp:txXfrm>
    </dsp:sp>
    <dsp:sp modelId="{D5B030D0-950A-4BA0-A37A-B20818B249CB}">
      <dsp:nvSpPr>
        <dsp:cNvPr id="0" name=""/>
        <dsp:cNvSpPr/>
      </dsp:nvSpPr>
      <dsp:spPr>
        <a:xfrm>
          <a:off x="0" y="967578"/>
          <a:ext cx="8229600" cy="4761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61290" tIns="12700" rIns="71120" bIns="12700" numCol="1" spcCol="1270" anchor="t" anchorCtr="0">
          <a:noAutofit/>
        </a:bodyPr>
        <a:lstStyle/>
        <a:p>
          <a:pPr marL="57150" lvl="1" indent="-57150" algn="l" defTabSz="3556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800" kern="1200"/>
            <a:t>db.products.findOne(</a:t>
          </a:r>
          <a:br>
            <a:rPr lang="en-US" sz="800" kern="1200"/>
          </a:br>
          <a:r>
            <a:rPr lang="en-US" sz="800" kern="1200"/>
            <a:t>  { stock: { $gt: 0 } },</a:t>
          </a:r>
          <a:br>
            <a:rPr lang="en-US" sz="800" kern="1200"/>
          </a:br>
          <a:r>
            <a:rPr lang="en-US" sz="800" kern="1200"/>
            <a:t>  { projection: { _id: 1, name: 1, stock: 1 } }</a:t>
          </a:r>
          <a:br>
            <a:rPr lang="en-US" sz="800" kern="1200"/>
          </a:br>
          <a:r>
            <a:rPr lang="en-US" sz="800" kern="1200"/>
            <a:t>)</a:t>
          </a:r>
        </a:p>
      </dsp:txBody>
      <dsp:txXfrm>
        <a:off x="0" y="967578"/>
        <a:ext cx="8229600" cy="476100"/>
      </dsp:txXfrm>
    </dsp:sp>
    <dsp:sp modelId="{0524729A-D4ED-4495-9019-DD447D4EDBA7}">
      <dsp:nvSpPr>
        <dsp:cNvPr id="0" name=""/>
        <dsp:cNvSpPr/>
      </dsp:nvSpPr>
      <dsp:spPr>
        <a:xfrm>
          <a:off x="0" y="1443678"/>
          <a:ext cx="8229600" cy="399262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8100" tIns="38100" rIns="38100" bIns="38100" numCol="1" spcCol="1270" anchor="ctr" anchorCtr="0">
          <a:noAutofit/>
        </a:bodyPr>
        <a:lstStyle/>
        <a:p>
          <a:pPr marL="0" lvl="0" indent="0" algn="l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00" b="1" kern="1200"/>
            <a:t>2. Reduce stock by 1</a:t>
          </a:r>
          <a:br>
            <a:rPr lang="en-US" sz="1000" kern="1200"/>
          </a:br>
          <a:r>
            <a:rPr lang="en-US" sz="1000" kern="1200"/>
            <a:t>(Example with _id: 2001)</a:t>
          </a:r>
        </a:p>
      </dsp:txBody>
      <dsp:txXfrm>
        <a:off x="19490" y="1463168"/>
        <a:ext cx="8190620" cy="360282"/>
      </dsp:txXfrm>
    </dsp:sp>
    <dsp:sp modelId="{65344AF2-A226-4290-BA54-38D90FA0922F}">
      <dsp:nvSpPr>
        <dsp:cNvPr id="0" name=""/>
        <dsp:cNvSpPr/>
      </dsp:nvSpPr>
      <dsp:spPr>
        <a:xfrm>
          <a:off x="0" y="1842940"/>
          <a:ext cx="8229600" cy="4761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61290" tIns="12700" rIns="71120" bIns="12700" numCol="1" spcCol="1270" anchor="t" anchorCtr="0">
          <a:noAutofit/>
        </a:bodyPr>
        <a:lstStyle/>
        <a:p>
          <a:pPr marL="57150" lvl="1" indent="-57150" algn="l" defTabSz="3556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800" kern="1200"/>
            <a:t>db.products.updateOne(</a:t>
          </a:r>
          <a:br>
            <a:rPr lang="en-US" sz="800" kern="1200"/>
          </a:br>
          <a:r>
            <a:rPr lang="en-US" sz="800" kern="1200"/>
            <a:t>  { _id: 2001 },</a:t>
          </a:r>
          <a:br>
            <a:rPr lang="en-US" sz="800" kern="1200"/>
          </a:br>
          <a:r>
            <a:rPr lang="en-US" sz="800" kern="1200"/>
            <a:t>  { $inc: { stock: -1 } }</a:t>
          </a:r>
          <a:br>
            <a:rPr lang="en-US" sz="800" kern="1200"/>
          </a:br>
          <a:r>
            <a:rPr lang="en-US" sz="800" kern="1200"/>
            <a:t>)</a:t>
          </a:r>
        </a:p>
      </dsp:txBody>
      <dsp:txXfrm>
        <a:off x="0" y="1842940"/>
        <a:ext cx="8229600" cy="476100"/>
      </dsp:txXfrm>
    </dsp:sp>
    <dsp:sp modelId="{DF95F7C4-3841-49E4-BBA1-BE3C0E2FC8BF}">
      <dsp:nvSpPr>
        <dsp:cNvPr id="0" name=""/>
        <dsp:cNvSpPr/>
      </dsp:nvSpPr>
      <dsp:spPr>
        <a:xfrm>
          <a:off x="0" y="2319040"/>
          <a:ext cx="8229600" cy="399262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8100" tIns="38100" rIns="38100" bIns="38100" numCol="1" spcCol="1270" anchor="ctr" anchorCtr="0">
          <a:noAutofit/>
        </a:bodyPr>
        <a:lstStyle/>
        <a:p>
          <a:pPr marL="0" lvl="0" indent="0" algn="l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00" b="1" kern="1200"/>
            <a:t>3. Reset stock before next timed run</a:t>
          </a:r>
          <a:br>
            <a:rPr lang="en-US" sz="1000" kern="1200"/>
          </a:br>
          <a:r>
            <a:rPr lang="en-US" sz="1000" kern="1200"/>
            <a:t>(Example: stock originally 50)</a:t>
          </a:r>
        </a:p>
      </dsp:txBody>
      <dsp:txXfrm>
        <a:off x="19490" y="2338530"/>
        <a:ext cx="8190620" cy="360282"/>
      </dsp:txXfrm>
    </dsp:sp>
    <dsp:sp modelId="{9B52447D-0638-49E4-9A17-5279C0454AF6}">
      <dsp:nvSpPr>
        <dsp:cNvPr id="0" name=""/>
        <dsp:cNvSpPr/>
      </dsp:nvSpPr>
      <dsp:spPr>
        <a:xfrm>
          <a:off x="0" y="2718303"/>
          <a:ext cx="8229600" cy="4761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61290" tIns="12700" rIns="71120" bIns="12700" numCol="1" spcCol="1270" anchor="t" anchorCtr="0">
          <a:noAutofit/>
        </a:bodyPr>
        <a:lstStyle/>
        <a:p>
          <a:pPr marL="57150" lvl="1" indent="-57150" algn="l" defTabSz="3556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800" kern="1200"/>
            <a:t>db.products.updateOne(</a:t>
          </a:r>
          <a:br>
            <a:rPr lang="en-US" sz="800" kern="1200"/>
          </a:br>
          <a:r>
            <a:rPr lang="en-US" sz="800" kern="1200"/>
            <a:t>  { _id: 2001 },</a:t>
          </a:r>
          <a:br>
            <a:rPr lang="en-US" sz="800" kern="1200"/>
          </a:br>
          <a:r>
            <a:rPr lang="en-US" sz="800" kern="1200"/>
            <a:t>  { $set: { stock: 50 } }</a:t>
          </a:r>
          <a:br>
            <a:rPr lang="en-US" sz="800" kern="1200"/>
          </a:br>
          <a:r>
            <a:rPr lang="en-US" sz="800" kern="1200"/>
            <a:t>)</a:t>
          </a:r>
        </a:p>
      </dsp:txBody>
      <dsp:txXfrm>
        <a:off x="0" y="2718303"/>
        <a:ext cx="8229600" cy="476100"/>
      </dsp:txXfrm>
    </dsp:sp>
    <dsp:sp modelId="{2B29D59D-F245-476A-B350-5E891130771A}">
      <dsp:nvSpPr>
        <dsp:cNvPr id="0" name=""/>
        <dsp:cNvSpPr/>
      </dsp:nvSpPr>
      <dsp:spPr>
        <a:xfrm>
          <a:off x="0" y="3194403"/>
          <a:ext cx="8229600" cy="399262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8100" tIns="38100" rIns="38100" bIns="38100" numCol="1" spcCol="1270" anchor="ctr" anchorCtr="0">
          <a:noAutofit/>
        </a:bodyPr>
        <a:lstStyle/>
        <a:p>
          <a:pPr marL="0" lvl="0" indent="0" algn="l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00" b="1" kern="1200"/>
            <a:t>Timing note</a:t>
          </a:r>
          <a:r>
            <a:rPr lang="en-US" sz="1000" kern="1200"/>
            <a:t> - Timed this updateOne 10 times; average time shows typical single‑document‑update performance. Time (s): 0.0007655999856069684</a:t>
          </a:r>
        </a:p>
      </dsp:txBody>
      <dsp:txXfrm>
        <a:off x="19490" y="3213893"/>
        <a:ext cx="8190620" cy="360282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8BBDF64-878B-47B6-8D63-FA32C5D69CF8}">
      <dsp:nvSpPr>
        <dsp:cNvPr id="0" name=""/>
        <dsp:cNvSpPr/>
      </dsp:nvSpPr>
      <dsp:spPr>
        <a:xfrm>
          <a:off x="0" y="19312"/>
          <a:ext cx="7886700" cy="58967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Aggregation ($group) is expensive</a:t>
          </a:r>
        </a:p>
      </dsp:txBody>
      <dsp:txXfrm>
        <a:off x="28786" y="48098"/>
        <a:ext cx="7829128" cy="532107"/>
      </dsp:txXfrm>
    </dsp:sp>
    <dsp:sp modelId="{EADCEFD7-41E1-4CA5-88A3-37F817B64A64}">
      <dsp:nvSpPr>
        <dsp:cNvPr id="0" name=""/>
        <dsp:cNvSpPr/>
      </dsp:nvSpPr>
      <dsp:spPr>
        <a:xfrm>
          <a:off x="0" y="678112"/>
          <a:ext cx="7886700" cy="58967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$unwind increases data size → slows down query</a:t>
          </a:r>
        </a:p>
      </dsp:txBody>
      <dsp:txXfrm>
        <a:off x="28786" y="706898"/>
        <a:ext cx="7829128" cy="532107"/>
      </dsp:txXfrm>
    </dsp:sp>
    <dsp:sp modelId="{E5FC9CB4-78F1-4F73-89B1-185E1303C74F}">
      <dsp:nvSpPr>
        <dsp:cNvPr id="0" name=""/>
        <dsp:cNvSpPr/>
      </dsp:nvSpPr>
      <dsp:spPr>
        <a:xfrm>
          <a:off x="0" y="1336912"/>
          <a:ext cx="7886700" cy="58967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Bulk operations (updateMany, deleteMany) are costly</a:t>
          </a:r>
        </a:p>
      </dsp:txBody>
      <dsp:txXfrm>
        <a:off x="28786" y="1365698"/>
        <a:ext cx="7829128" cy="532107"/>
      </dsp:txXfrm>
    </dsp:sp>
    <dsp:sp modelId="{F99DEBDB-2994-4F61-972E-52FDA3E1F3F1}">
      <dsp:nvSpPr>
        <dsp:cNvPr id="0" name=""/>
        <dsp:cNvSpPr/>
      </dsp:nvSpPr>
      <dsp:spPr>
        <a:xfrm>
          <a:off x="0" y="1995712"/>
          <a:ext cx="7886700" cy="58967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Regex queries are slower than exact matches</a:t>
          </a:r>
        </a:p>
      </dsp:txBody>
      <dsp:txXfrm>
        <a:off x="28786" y="2024498"/>
        <a:ext cx="7829128" cy="532107"/>
      </dsp:txXfrm>
    </dsp:sp>
    <dsp:sp modelId="{BFF6C8F5-65CB-4FA7-B106-7FB062DB6321}">
      <dsp:nvSpPr>
        <dsp:cNvPr id="0" name=""/>
        <dsp:cNvSpPr/>
      </dsp:nvSpPr>
      <dsp:spPr>
        <a:xfrm>
          <a:off x="0" y="2654512"/>
          <a:ext cx="7886700" cy="58967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Simple find + projection is fastest</a:t>
          </a:r>
        </a:p>
      </dsp:txBody>
      <dsp:txXfrm>
        <a:off x="28786" y="2683298"/>
        <a:ext cx="7829128" cy="532107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process4">
  <dgm:title val=""/>
  <dgm:desc val=""/>
  <dgm:catLst>
    <dgm:cat type="process" pri="16000"/>
    <dgm:cat type="list" pri="20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alg type="lin">
      <dgm:param type="linDir" val="fromB"/>
    </dgm:alg>
    <dgm:shape xmlns:r="http://schemas.openxmlformats.org/officeDocument/2006/relationships" r:blip="">
      <dgm:adjLst/>
    </dgm:shape>
    <dgm:presOf/>
    <dgm:constrLst>
      <dgm:constr type="h" for="ch" forName="boxAndChildren" refType="h"/>
      <dgm:constr type="h" for="ch" forName="arrowAndChildren" refType="h" refFor="ch" refForName="boxAndChildren" op="equ" fact="1.538"/>
      <dgm:constr type="w" for="ch" forName="arrowAndChildren" refType="w"/>
      <dgm:constr type="w" for="ch" forName="boxAndChildren" refType="w"/>
      <dgm:constr type="h" for="ch" forName="sp" refType="h" fact="-0.015"/>
      <dgm:constr type="primFontSz" for="des" forName="parentTextBox" val="65"/>
      <dgm:constr type="primFontSz" for="des" forName="parentTextArrow" refType="primFontSz" refFor="des" refForName="parentTextBox" op="equ"/>
      <dgm:constr type="primFontSz" for="des" forName="childTextArrow" val="65"/>
      <dgm:constr type="primFontSz" for="des" forName="childTextBox" refType="primFontSz" refFor="des" refForName="childTextArrow" op="equ"/>
    </dgm:constrLst>
    <dgm:ruleLst/>
    <dgm:forEach name="Name1" axis="ch" ptType="node" st="-1" step="-1">
      <dgm:choose name="Name2">
        <dgm:if name="Name3" axis="self" ptType="node" func="revPos" op="equ" val="1">
          <dgm:layoutNode name="boxAndChildren">
            <dgm:alg type="composite"/>
            <dgm:shape xmlns:r="http://schemas.openxmlformats.org/officeDocument/2006/relationships" r:blip="">
              <dgm:adjLst/>
            </dgm:shape>
            <dgm:presOf/>
            <dgm:choose name="Name4">
              <dgm:if name="Name5" axis="ch" ptType="node" func="cnt" op="gte" val="1">
                <dgm:constrLst>
                  <dgm:constr type="w" for="ch" forName="parentTextBox" refType="w"/>
                  <dgm:constr type="h" for="ch" forName="parentTextBox" refType="h" fact="0.54"/>
                  <dgm:constr type="t" for="ch" forName="parentTextBox"/>
                  <dgm:constr type="w" for="ch" forName="entireBox" refType="w"/>
                  <dgm:constr type="h" for="ch" forName="entireBox" refType="h"/>
                  <dgm:constr type="w" for="ch" forName="descendantBox" refType="w"/>
                  <dgm:constr type="b" for="ch" forName="descendantBox" refType="h" fact="0.98"/>
                  <dgm:constr type="h" for="ch" forName="descendantBox" refType="h" fact="0.46"/>
                </dgm:constrLst>
              </dgm:if>
              <dgm:else name="Name6">
                <dgm:constrLst>
                  <dgm:constr type="w" for="ch" forName="parentTextBox" refType="w"/>
                  <dgm:constr type="h" for="ch" forName="parentTextBox" refType="h"/>
                </dgm:constrLst>
              </dgm:else>
            </dgm:choose>
            <dgm:ruleLst/>
            <dgm:layoutNode name="parentTextBox">
              <dgm:alg type="tx"/>
              <dgm:choose name="Name7">
                <dgm:if name="Name8" axis="ch" ptType="node" func="cnt" op="gte" val="1">
                  <dgm:shape xmlns:r="http://schemas.openxmlformats.org/officeDocument/2006/relationships" type="rect" r:blip="" zOrderOff="1" hideGeom="1">
                    <dgm:adjLst/>
                  </dgm:shape>
                </dgm:if>
                <dgm:else name="Name9">
                  <dgm:shape xmlns:r="http://schemas.openxmlformats.org/officeDocument/2006/relationships" type="rect" r:blip="">
                    <dgm:adjLst/>
                  </dgm:shape>
                </dgm:else>
              </dgm:choose>
              <dgm:presOf axis="self"/>
              <dgm:constrLst/>
              <dgm:ruleLst>
                <dgm:rule type="primFontSz" val="5" fact="NaN" max="NaN"/>
              </dgm:ruleLst>
            </dgm:layoutNode>
            <dgm:choose name="Name10">
              <dgm:if name="Name11" axis="ch" ptType="node" func="cnt" op="gte" val="1">
                <dgm:layoutNode name="entireBox">
                  <dgm:alg type="sp"/>
                  <dgm:shape xmlns:r="http://schemas.openxmlformats.org/officeDocument/2006/relationships" type="rect" r:blip="">
                    <dgm:adjLst/>
                  </dgm:shape>
                  <dgm:presOf axis="self"/>
                  <dgm:constrLst/>
                  <dgm:ruleLst/>
                </dgm:layoutNode>
                <dgm:layoutNode name="descendantBox" styleLbl="fgAccFollowNode1">
                  <dgm:choose name="Name12">
                    <dgm:if name="Name13" func="var" arg="dir" op="equ" val="norm">
                      <dgm:alg type="lin"/>
                    </dgm:if>
                    <dgm:else name="Name14">
                      <dgm:alg type="lin">
                        <dgm:param type="linDir" val="fromR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w" for="ch" forName="childTextBox" refType="w"/>
                    <dgm:constr type="h" for="ch" forName="childTextBox" refType="h"/>
                  </dgm:constrLst>
                  <dgm:ruleLst/>
                  <dgm:forEach name="Name15" axis="ch" ptType="node">
                    <dgm:layoutNode name="childTextBox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rect" r:blip="">
                        <dgm:adjLst/>
                      </dgm:shape>
                      <dgm:presOf axis="desOrSelf" ptType="node"/>
                      <dgm:constrLst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</dgm:forEach>
                </dgm:layoutNode>
              </dgm:if>
              <dgm:else name="Name16"/>
            </dgm:choose>
          </dgm:layoutNode>
        </dgm:if>
        <dgm:else name="Name17">
          <dgm:layoutNode name="arrowAndChildren">
            <dgm:alg type="composite"/>
            <dgm:shape xmlns:r="http://schemas.openxmlformats.org/officeDocument/2006/relationships" r:blip="">
              <dgm:adjLst/>
            </dgm:shape>
            <dgm:presOf/>
            <dgm:choose name="Name18">
              <dgm:if name="Name19" axis="ch" ptType="node" func="cnt" op="gte" val="1">
                <dgm:constrLst>
                  <dgm:constr type="w" for="ch" forName="parentTextArrow" refType="w"/>
                  <dgm:constr type="t" for="ch" forName="parentTextArrow"/>
                  <dgm:constr type="h" for="ch" forName="parentTextArrow" refType="h" fact="0.351"/>
                  <dgm:constr type="w" for="ch" forName="arrow" refType="w"/>
                  <dgm:constr type="h" for="ch" forName="arrow" refType="h"/>
                  <dgm:constr type="w" for="ch" forName="descendantArrow" refType="w"/>
                  <dgm:constr type="b" for="ch" forName="descendantArrow" refType="h" fact="0.65"/>
                  <dgm:constr type="h" for="ch" forName="descendantArrow" refType="h" fact="0.299"/>
                </dgm:constrLst>
              </dgm:if>
              <dgm:else name="Name20">
                <dgm:constrLst>
                  <dgm:constr type="w" for="ch" forName="parentTextArrow" refType="w"/>
                  <dgm:constr type="h" for="ch" forName="parentTextArrow" refType="h"/>
                </dgm:constrLst>
              </dgm:else>
            </dgm:choose>
            <dgm:ruleLst/>
            <dgm:layoutNode name="parentTextArrow">
              <dgm:alg type="tx"/>
              <dgm:choose name="Name21">
                <dgm:if name="Name22" axis="ch" ptType="node" func="cnt" op="gte" val="1">
                  <dgm:shape xmlns:r="http://schemas.openxmlformats.org/officeDocument/2006/relationships" type="rect" r:blip="" zOrderOff="1" hideGeom="1">
                    <dgm:adjLst/>
                  </dgm:shape>
                </dgm:if>
                <dgm:else name="Name23">
                  <dgm:shape xmlns:r="http://schemas.openxmlformats.org/officeDocument/2006/relationships" rot="180" type="upArrowCallout" r:blip="">
                    <dgm:adjLst/>
                  </dgm:shape>
                </dgm:else>
              </dgm:choose>
              <dgm:presOf axis="self"/>
              <dgm:constrLst/>
              <dgm:ruleLst>
                <dgm:rule type="primFontSz" val="5" fact="NaN" max="NaN"/>
              </dgm:ruleLst>
            </dgm:layoutNode>
            <dgm:choose name="Name24">
              <dgm:if name="Name25" axis="ch" ptType="node" func="cnt" op="gte" val="1">
                <dgm:layoutNode name="arrow">
                  <dgm:alg type="sp"/>
                  <dgm:shape xmlns:r="http://schemas.openxmlformats.org/officeDocument/2006/relationships" rot="180" type="upArrowCallout" r:blip="">
                    <dgm:adjLst/>
                  </dgm:shape>
                  <dgm:presOf axis="self"/>
                  <dgm:constrLst/>
                  <dgm:ruleLst/>
                </dgm:layoutNode>
                <dgm:layoutNode name="descendantArrow">
                  <dgm:choose name="Name26">
                    <dgm:if name="Name27" func="var" arg="dir" op="equ" val="norm">
                      <dgm:alg type="lin"/>
                    </dgm:if>
                    <dgm:else name="Name28">
                      <dgm:alg type="lin">
                        <dgm:param type="linDir" val="fromR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w" for="ch" forName="childTextArrow" refType="w"/>
                    <dgm:constr type="h" for="ch" forName="childTextArrow" refType="h"/>
                  </dgm:constrLst>
                  <dgm:ruleLst/>
                  <dgm:forEach name="Name29" axis="ch" ptType="node">
                    <dgm:layoutNode name="childTextArrow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rect" r:blip="">
                        <dgm:adjLst/>
                      </dgm:shape>
                      <dgm:presOf axis="desOrSelf" ptType="node"/>
                      <dgm:constrLst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</dgm:forEach>
                </dgm:layoutNode>
              </dgm:if>
              <dgm:else name="Name30"/>
            </dgm:choose>
          </dgm:layoutNode>
        </dgm:else>
      </dgm:choose>
      <dgm:forEach name="Name31" axis="precedSib" ptType="sibTrans" st="-1" cnt="1">
        <dgm:layoutNode name="sp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process4">
  <dgm:title val=""/>
  <dgm:desc val=""/>
  <dgm:catLst>
    <dgm:cat type="process" pri="16000"/>
    <dgm:cat type="list" pri="20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alg type="lin">
      <dgm:param type="linDir" val="fromB"/>
    </dgm:alg>
    <dgm:shape xmlns:r="http://schemas.openxmlformats.org/officeDocument/2006/relationships" r:blip="">
      <dgm:adjLst/>
    </dgm:shape>
    <dgm:presOf/>
    <dgm:constrLst>
      <dgm:constr type="h" for="ch" forName="boxAndChildren" refType="h"/>
      <dgm:constr type="h" for="ch" forName="arrowAndChildren" refType="h" refFor="ch" refForName="boxAndChildren" op="equ" fact="1.538"/>
      <dgm:constr type="w" for="ch" forName="arrowAndChildren" refType="w"/>
      <dgm:constr type="w" for="ch" forName="boxAndChildren" refType="w"/>
      <dgm:constr type="h" for="ch" forName="sp" refType="h" fact="-0.015"/>
      <dgm:constr type="primFontSz" for="des" forName="parentTextBox" val="65"/>
      <dgm:constr type="primFontSz" for="des" forName="parentTextArrow" refType="primFontSz" refFor="des" refForName="parentTextBox" op="equ"/>
      <dgm:constr type="primFontSz" for="des" forName="childTextArrow" val="65"/>
      <dgm:constr type="primFontSz" for="des" forName="childTextBox" refType="primFontSz" refFor="des" refForName="childTextArrow" op="equ"/>
    </dgm:constrLst>
    <dgm:ruleLst/>
    <dgm:forEach name="Name1" axis="ch" ptType="node" st="-1" step="-1">
      <dgm:choose name="Name2">
        <dgm:if name="Name3" axis="self" ptType="node" func="revPos" op="equ" val="1">
          <dgm:layoutNode name="boxAndChildren">
            <dgm:alg type="composite"/>
            <dgm:shape xmlns:r="http://schemas.openxmlformats.org/officeDocument/2006/relationships" r:blip="">
              <dgm:adjLst/>
            </dgm:shape>
            <dgm:presOf/>
            <dgm:choose name="Name4">
              <dgm:if name="Name5" axis="ch" ptType="node" func="cnt" op="gte" val="1">
                <dgm:constrLst>
                  <dgm:constr type="w" for="ch" forName="parentTextBox" refType="w"/>
                  <dgm:constr type="h" for="ch" forName="parentTextBox" refType="h" fact="0.54"/>
                  <dgm:constr type="t" for="ch" forName="parentTextBox"/>
                  <dgm:constr type="w" for="ch" forName="entireBox" refType="w"/>
                  <dgm:constr type="h" for="ch" forName="entireBox" refType="h"/>
                  <dgm:constr type="w" for="ch" forName="descendantBox" refType="w"/>
                  <dgm:constr type="b" for="ch" forName="descendantBox" refType="h" fact="0.98"/>
                  <dgm:constr type="h" for="ch" forName="descendantBox" refType="h" fact="0.46"/>
                </dgm:constrLst>
              </dgm:if>
              <dgm:else name="Name6">
                <dgm:constrLst>
                  <dgm:constr type="w" for="ch" forName="parentTextBox" refType="w"/>
                  <dgm:constr type="h" for="ch" forName="parentTextBox" refType="h"/>
                </dgm:constrLst>
              </dgm:else>
            </dgm:choose>
            <dgm:ruleLst/>
            <dgm:layoutNode name="parentTextBox">
              <dgm:alg type="tx"/>
              <dgm:choose name="Name7">
                <dgm:if name="Name8" axis="ch" ptType="node" func="cnt" op="gte" val="1">
                  <dgm:shape xmlns:r="http://schemas.openxmlformats.org/officeDocument/2006/relationships" type="rect" r:blip="" zOrderOff="1" hideGeom="1">
                    <dgm:adjLst/>
                  </dgm:shape>
                </dgm:if>
                <dgm:else name="Name9">
                  <dgm:shape xmlns:r="http://schemas.openxmlformats.org/officeDocument/2006/relationships" type="rect" r:blip="">
                    <dgm:adjLst/>
                  </dgm:shape>
                </dgm:else>
              </dgm:choose>
              <dgm:presOf axis="self"/>
              <dgm:constrLst/>
              <dgm:ruleLst>
                <dgm:rule type="primFontSz" val="5" fact="NaN" max="NaN"/>
              </dgm:ruleLst>
            </dgm:layoutNode>
            <dgm:choose name="Name10">
              <dgm:if name="Name11" axis="ch" ptType="node" func="cnt" op="gte" val="1">
                <dgm:layoutNode name="entireBox">
                  <dgm:alg type="sp"/>
                  <dgm:shape xmlns:r="http://schemas.openxmlformats.org/officeDocument/2006/relationships" type="rect" r:blip="">
                    <dgm:adjLst/>
                  </dgm:shape>
                  <dgm:presOf axis="self"/>
                  <dgm:constrLst/>
                  <dgm:ruleLst/>
                </dgm:layoutNode>
                <dgm:layoutNode name="descendantBox" styleLbl="fgAccFollowNode1">
                  <dgm:choose name="Name12">
                    <dgm:if name="Name13" func="var" arg="dir" op="equ" val="norm">
                      <dgm:alg type="lin"/>
                    </dgm:if>
                    <dgm:else name="Name14">
                      <dgm:alg type="lin">
                        <dgm:param type="linDir" val="fromR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w" for="ch" forName="childTextBox" refType="w"/>
                    <dgm:constr type="h" for="ch" forName="childTextBox" refType="h"/>
                  </dgm:constrLst>
                  <dgm:ruleLst/>
                  <dgm:forEach name="Name15" axis="ch" ptType="node">
                    <dgm:layoutNode name="childTextBox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rect" r:blip="">
                        <dgm:adjLst/>
                      </dgm:shape>
                      <dgm:presOf axis="desOrSelf" ptType="node"/>
                      <dgm:constrLst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</dgm:forEach>
                </dgm:layoutNode>
              </dgm:if>
              <dgm:else name="Name16"/>
            </dgm:choose>
          </dgm:layoutNode>
        </dgm:if>
        <dgm:else name="Name17">
          <dgm:layoutNode name="arrowAndChildren">
            <dgm:alg type="composite"/>
            <dgm:shape xmlns:r="http://schemas.openxmlformats.org/officeDocument/2006/relationships" r:blip="">
              <dgm:adjLst/>
            </dgm:shape>
            <dgm:presOf/>
            <dgm:choose name="Name18">
              <dgm:if name="Name19" axis="ch" ptType="node" func="cnt" op="gte" val="1">
                <dgm:constrLst>
                  <dgm:constr type="w" for="ch" forName="parentTextArrow" refType="w"/>
                  <dgm:constr type="t" for="ch" forName="parentTextArrow"/>
                  <dgm:constr type="h" for="ch" forName="parentTextArrow" refType="h" fact="0.351"/>
                  <dgm:constr type="w" for="ch" forName="arrow" refType="w"/>
                  <dgm:constr type="h" for="ch" forName="arrow" refType="h"/>
                  <dgm:constr type="w" for="ch" forName="descendantArrow" refType="w"/>
                  <dgm:constr type="b" for="ch" forName="descendantArrow" refType="h" fact="0.65"/>
                  <dgm:constr type="h" for="ch" forName="descendantArrow" refType="h" fact="0.299"/>
                </dgm:constrLst>
              </dgm:if>
              <dgm:else name="Name20">
                <dgm:constrLst>
                  <dgm:constr type="w" for="ch" forName="parentTextArrow" refType="w"/>
                  <dgm:constr type="h" for="ch" forName="parentTextArrow" refType="h"/>
                </dgm:constrLst>
              </dgm:else>
            </dgm:choose>
            <dgm:ruleLst/>
            <dgm:layoutNode name="parentTextArrow">
              <dgm:alg type="tx"/>
              <dgm:choose name="Name21">
                <dgm:if name="Name22" axis="ch" ptType="node" func="cnt" op="gte" val="1">
                  <dgm:shape xmlns:r="http://schemas.openxmlformats.org/officeDocument/2006/relationships" type="rect" r:blip="" zOrderOff="1" hideGeom="1">
                    <dgm:adjLst/>
                  </dgm:shape>
                </dgm:if>
                <dgm:else name="Name23">
                  <dgm:shape xmlns:r="http://schemas.openxmlformats.org/officeDocument/2006/relationships" rot="180" type="upArrowCallout" r:blip="">
                    <dgm:adjLst/>
                  </dgm:shape>
                </dgm:else>
              </dgm:choose>
              <dgm:presOf axis="self"/>
              <dgm:constrLst/>
              <dgm:ruleLst>
                <dgm:rule type="primFontSz" val="5" fact="NaN" max="NaN"/>
              </dgm:ruleLst>
            </dgm:layoutNode>
            <dgm:choose name="Name24">
              <dgm:if name="Name25" axis="ch" ptType="node" func="cnt" op="gte" val="1">
                <dgm:layoutNode name="arrow">
                  <dgm:alg type="sp"/>
                  <dgm:shape xmlns:r="http://schemas.openxmlformats.org/officeDocument/2006/relationships" rot="180" type="upArrowCallout" r:blip="">
                    <dgm:adjLst/>
                  </dgm:shape>
                  <dgm:presOf axis="self"/>
                  <dgm:constrLst/>
                  <dgm:ruleLst/>
                </dgm:layoutNode>
                <dgm:layoutNode name="descendantArrow">
                  <dgm:choose name="Name26">
                    <dgm:if name="Name27" func="var" arg="dir" op="equ" val="norm">
                      <dgm:alg type="lin"/>
                    </dgm:if>
                    <dgm:else name="Name28">
                      <dgm:alg type="lin">
                        <dgm:param type="linDir" val="fromR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w" for="ch" forName="childTextArrow" refType="w"/>
                    <dgm:constr type="h" for="ch" forName="childTextArrow" refType="h"/>
                  </dgm:constrLst>
                  <dgm:ruleLst/>
                  <dgm:forEach name="Name29" axis="ch" ptType="node">
                    <dgm:layoutNode name="childTextArrow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rect" r:blip="">
                        <dgm:adjLst/>
                      </dgm:shape>
                      <dgm:presOf axis="desOrSelf" ptType="node"/>
                      <dgm:constrLst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</dgm:forEach>
                </dgm:layoutNode>
              </dgm:if>
              <dgm:else name="Name30"/>
            </dgm:choose>
          </dgm:layoutNode>
        </dgm:else>
      </dgm:choose>
      <dgm:forEach name="Name31" axis="precedSib" ptType="sibTrans" st="-1" cnt="1">
        <dgm:layoutNode name="sp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4011D2D-219D-4DFE-9C85-A95D2046AA5D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13B5C2C-6467-4EC1-BFDE-BADFDBCCA6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302784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query retrieves customers whose email addresses end with @gmail.com or @yahoo.com.</a:t>
            </a:r>
            <a:br>
              <a:rPr lang="en-US" dirty="0"/>
            </a:br>
            <a:r>
              <a:rPr lang="en-US" dirty="0"/>
              <a:t>A regular expression is used to match these domains at the end of the email string.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405DD23-63A9-48EF-B727-3937F2419B9F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318226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66208F-1E48-C248-E78F-2DEDEDA7187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6319428-B041-1510-E62A-86575950B5B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5A4CE70-30BD-C146-5E67-55882C5EC7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1230272-B9DF-9B69-ACC4-15B87304F1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562343B-13CB-80BC-602E-2CF33754AC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83348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B27825-9FD6-9277-DF5B-28BB4D3F79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23B6DA-A704-4B8C-7965-4664C2DE7E7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AF740C9-DF9B-436A-8174-A7D784417F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222C254-B17E-FBCE-77AD-8BEB9E5E34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DF3CB3-C686-97F2-3D3A-B72A9FE74A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505851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EAAC8A-C895-63BC-5DB8-077CB80A5F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282304"/>
            <a:ext cx="7886700" cy="2139553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F0C7444-80FC-66C5-7D2A-F038C3A7E60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3442098"/>
            <a:ext cx="7886700" cy="1125140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82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82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41BC908-9AC8-0306-4902-F751CEE076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3D28746-E233-8B89-B6C9-79F3507ACA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DA0D2B2-338C-EFEA-A4C5-1B68C97370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360763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06551B-30F7-043A-697E-12FBC55C2C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F0A650-77C0-ED0F-21E2-3F81C1790F0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8650" y="1369219"/>
            <a:ext cx="3886200" cy="326350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E8EA9D5-D61C-74C7-8623-C06646EAED0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29150" y="1369219"/>
            <a:ext cx="3886200" cy="326350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34B7A2D-8BB4-0E66-2442-3A252C7407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0212ADE-1CBF-49B7-FB70-4D6B5C765C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B7092F2-E0FE-C8CB-E5AD-5AAC95385E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426967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16E285-4418-758C-7138-38D0F435FB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3466130-4678-9F33-38A0-6270193241F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9842" y="1260872"/>
            <a:ext cx="3868340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B5CB23A-9AD5-7F94-A867-D6E0E42B9D3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9842" y="1878806"/>
            <a:ext cx="3868340" cy="276344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20E5E4E-FBD1-5CF2-42C0-F2221E2E46D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260872"/>
            <a:ext cx="3887391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97698C8-7AF0-B70C-758E-AA0C2FA9585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1878806"/>
            <a:ext cx="3887391" cy="276344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E39CC7F-6C3D-C756-3B5D-A421AD9123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4272047-874A-542D-ED84-17B7BD64E9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00752A8-0906-036E-154A-8B300D3CEA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400831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BF0083-4149-BA77-9059-A9294A6055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791BC4B-CA0E-9279-EB66-73E2225178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8FA0E67-8561-7D12-188A-B764193D94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32C4216-8515-296D-7717-651B0356F6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312417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B07A6E7-8B85-E8C3-716A-DCA0D5C529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FE876D4-1C5D-8B00-4674-6001C78093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29EF726-1464-9CD9-1DA9-547ECB0173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319403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7360E1-06BC-61DB-EF94-43A16F688D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B887A41-B091-4405-4AC1-77A3CD2E7E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391" y="740569"/>
            <a:ext cx="4629150" cy="3655219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0FEBDBD-CBCB-D5CA-4F8E-743ABC396F4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589B093-D4E1-7F81-B8C3-88F2BDA850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F673B0A-24FF-4EDC-23B2-7EC8A2E93C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BE1A5A1-2AD8-3FB1-481B-B1E0A76A3D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459014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3DC815-D53E-676C-B6C0-7D53791128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F05B296-2B93-18B3-7628-3CA510E3141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391" y="740569"/>
            <a:ext cx="4629150" cy="3655219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4A14EF6-DE63-8EF1-53D4-D32251D0763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B59DBDE-E6CB-08D4-68EC-73408F52BC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05E645-2A57-FCD4-BB9A-6F3C360344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837C8FE-47CA-46DC-E713-B886D5C94B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26646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2CCA82-4B50-603B-C0E1-C7E3E257EC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73E6E81-D34D-B61E-C1A4-792440641E5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3788EBF-4A97-8BA7-EC57-FCBBE5B700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E827B09-776B-1610-3375-7F4A7D28FB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A8A4436-E059-E6D5-C5E4-642C6EC503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902907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BC7D414-9A9F-A3E0-B6D9-917EFE0BA07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543675" y="273844"/>
            <a:ext cx="1971675" cy="4358879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1D83918-9210-1B34-16FF-CFDAC9040B1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28650" y="273844"/>
            <a:ext cx="5800725" cy="435887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76CA267-8DF3-5E7F-6776-779567079F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6EC05AE-0EC8-CF9A-901E-0BD3C3B399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468971E-0E1B-9D59-D883-27E5CDDB0C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90081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90F5E75-ECEA-0BA2-5BEA-4A24CD0CC8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3F4F1A9-15F5-A8DC-F975-85E6E372193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DAF8F8-254B-40CF-15D7-1456B3B8537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EB80ABF-CEB9-2C89-BCDD-9B36B6C6BCA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CEC6D9-1452-9CC7-19A5-0705A219049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71362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6" r:id="rId1"/>
    <p:sldLayoutId id="2147483727" r:id="rId2"/>
    <p:sldLayoutId id="2147483728" r:id="rId3"/>
    <p:sldLayoutId id="2147483729" r:id="rId4"/>
    <p:sldLayoutId id="2147483730" r:id="rId5"/>
    <p:sldLayoutId id="2147483731" r:id="rId6"/>
    <p:sldLayoutId id="2147483732" r:id="rId7"/>
    <p:sldLayoutId id="2147483733" r:id="rId8"/>
    <p:sldLayoutId id="2147483734" r:id="rId9"/>
    <p:sldLayoutId id="2147483735" r:id="rId10"/>
    <p:sldLayoutId id="2147483736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7" Type="http://schemas.openxmlformats.org/officeDocument/2006/relationships/image" Target="../media/image5.jpeg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6.xml"/><Relationship Id="rId2" Type="http://schemas.openxmlformats.org/officeDocument/2006/relationships/diagramData" Target="../diagrams/data6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6.xml"/><Relationship Id="rId5" Type="http://schemas.openxmlformats.org/officeDocument/2006/relationships/diagramColors" Target="../diagrams/colors6.xml"/><Relationship Id="rId4" Type="http://schemas.openxmlformats.org/officeDocument/2006/relationships/diagramQuickStyle" Target="../diagrams/quickStyle6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D278ADA9-6383-4BDD-80D2-8899A40268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86" y="0"/>
            <a:ext cx="9141714" cy="51435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484B7147-B0F6-40ED-B5A2-FF72BC8198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B36D2DE0-0628-4A9A-A59D-7BA8B5EB302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48E405C9-94BE-41DA-928C-DEC9A8550E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111946" y="111696"/>
            <a:ext cx="4920107" cy="4920107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486273" y="1035565"/>
            <a:ext cx="4171453" cy="1885137"/>
          </a:xfrm>
        </p:spPr>
        <p:txBody>
          <a:bodyPr>
            <a:normAutofit/>
          </a:bodyPr>
          <a:lstStyle/>
          <a:p>
            <a:pPr marL="0" lvl="0" indent="0">
              <a:buNone/>
            </a:pPr>
            <a:r>
              <a:rPr lang="en-US"/>
              <a:t>ShopDB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486273" y="3057601"/>
            <a:ext cx="4171453" cy="1150940"/>
          </a:xfrm>
        </p:spPr>
        <p:txBody>
          <a:bodyPr>
            <a:normAutofit lnSpcReduction="10000"/>
          </a:bodyPr>
          <a:lstStyle/>
          <a:p>
            <a:pPr marL="0" lvl="0" indent="0">
              <a:buNone/>
            </a:pPr>
            <a:r>
              <a:rPr lang="en-US" dirty="0"/>
              <a:t>MongoDB </a:t>
            </a:r>
            <a:r>
              <a:rPr lang="en-US" dirty="0" err="1"/>
              <a:t>ShopDB</a:t>
            </a:r>
            <a:br>
              <a:rPr lang="en-US" dirty="0"/>
            </a:br>
            <a:br>
              <a:rPr lang="en-US" dirty="0"/>
            </a:br>
            <a:r>
              <a:rPr lang="en-US" dirty="0"/>
              <a:t>Data Warehouse Team</a:t>
            </a:r>
          </a:p>
          <a:p>
            <a:pPr marL="0" lvl="0" indent="0">
              <a:buNone/>
            </a:pPr>
            <a:r>
              <a:rPr lang="en-US" dirty="0"/>
              <a:t>Jael Rojas, Sophia Du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5793183" y="4767262"/>
            <a:ext cx="2057400" cy="273844"/>
          </a:xfrm>
        </p:spPr>
        <p:txBody>
          <a:bodyPr>
            <a:normAutofit/>
          </a:bodyPr>
          <a:lstStyle/>
          <a:p>
            <a:pPr marL="0" lvl="0" indent="0">
              <a:spcAft>
                <a:spcPts val="600"/>
              </a:spcAft>
              <a:buNone/>
            </a:pPr>
            <a:r>
              <a:rPr lang="en-US">
                <a:solidFill>
                  <a:srgbClr val="FFFFFF"/>
                </a:solidFill>
              </a:rPr>
              <a:t>2026-04-24</a:t>
            </a:r>
          </a:p>
        </p:txBody>
      </p:sp>
      <p:sp>
        <p:nvSpPr>
          <p:cNvPr id="17" name="Arc 16">
            <a:extLst>
              <a:ext uri="{FF2B5EF4-FFF2-40B4-BE49-F238E27FC236}">
                <a16:creationId xmlns:a16="http://schemas.microsoft.com/office/drawing/2014/main" id="{D2091A72-D5BB-42AC-8FD3-F7747D90861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9222429" flipV="1">
            <a:off x="1870589" y="4627"/>
            <a:ext cx="5112196" cy="5112197"/>
          </a:xfrm>
          <a:prstGeom prst="arc">
            <a:avLst>
              <a:gd name="adj1" fmla="val 16200000"/>
              <a:gd name="adj2" fmla="val 20093138"/>
            </a:avLst>
          </a:prstGeom>
          <a:ln w="127000" cap="rnd">
            <a:solidFill>
              <a:schemeClr val="accent4">
                <a:alpha val="9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6ED12BFC-A737-46AF-8411-481112D54B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150746" y="3983229"/>
            <a:ext cx="529461" cy="515099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 type="wd">
                                    <p:tmPct val="15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wd">
                                    <p:tmPct val="15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1000"/>
                                  </p:stCondLst>
                                  <p:iterate type="wd">
                                    <p:tmPct val="15000"/>
                                  </p:iterate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3202" y="371994"/>
            <a:ext cx="3146355" cy="4229123"/>
          </a:xfrm>
          <a:noFill/>
        </p:spPr>
        <p:txBody>
          <a:bodyPr anchor="ctr">
            <a:normAutofit/>
          </a:bodyPr>
          <a:lstStyle/>
          <a:p>
            <a:pPr marL="0" lvl="0" indent="0">
              <a:buNone/>
            </a:pPr>
            <a:r>
              <a:rPr lang="en-US" sz="3600"/>
              <a:t>Table of contents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FA4BB720-DC9F-7777-23F0-78AF59A4C2E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512256662"/>
              </p:ext>
            </p:extLst>
          </p:nvPr>
        </p:nvGraphicFramePr>
        <p:xfrm>
          <a:off x="2781796" y="54191"/>
          <a:ext cx="6168240" cy="491497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2005480C-B4EB-FEA7-9127-02382FFD1E0C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35000"/>
          </a:blip>
          <a:srcRect l="2667" r="-1" b="-1"/>
          <a:stretch>
            <a:fillRect/>
          </a:stretch>
        </p:blipFill>
        <p:spPr>
          <a:xfrm>
            <a:off x="20" y="10"/>
            <a:ext cx="9143980" cy="514349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273843"/>
            <a:ext cx="7886700" cy="994173"/>
          </a:xfrm>
        </p:spPr>
        <p:txBody>
          <a:bodyPr>
            <a:normAutofit/>
          </a:bodyPr>
          <a:lstStyle/>
          <a:p>
            <a:pPr marL="0" lvl="0" indent="0">
              <a:buNone/>
            </a:pPr>
            <a:r>
              <a:rPr lang="en-US">
                <a:solidFill>
                  <a:srgbClr val="FFFFFF"/>
                </a:solidFill>
              </a:rPr>
              <a:t>Project Overview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640F0D11-2E04-42B3-B24C-DF63B2FD93D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896459030"/>
              </p:ext>
            </p:extLst>
          </p:nvPr>
        </p:nvGraphicFramePr>
        <p:xfrm>
          <a:off x="628650" y="1369218"/>
          <a:ext cx="7886700" cy="326350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rPr lang="en-US"/>
              <a:t>Database Structure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56852CBB-0C82-0727-BF49-80FB67D3FC52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453292" y="1350537"/>
          <a:ext cx="8229600" cy="308588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13299" y="367902"/>
            <a:ext cx="3968748" cy="1221582"/>
          </a:xfrm>
        </p:spPr>
        <p:txBody>
          <a:bodyPr anchor="b">
            <a:normAutofit/>
          </a:bodyPr>
          <a:lstStyle/>
          <a:p>
            <a:pPr marL="0" lvl="0" indent="0">
              <a:buNone/>
            </a:pPr>
            <a:r>
              <a:rPr lang="en-US" sz="3000"/>
              <a:t>Prep Tasks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C863E364-C4DB-9639-3B07-2F2AD033B08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946456028"/>
              </p:ext>
            </p:extLst>
          </p:nvPr>
        </p:nvGraphicFramePr>
        <p:xfrm>
          <a:off x="4813300" y="1960959"/>
          <a:ext cx="3968747" cy="281463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6" name="Picture 5">
            <a:extLst>
              <a:ext uri="{FF2B5EF4-FFF2-40B4-BE49-F238E27FC236}">
                <a16:creationId xmlns:a16="http://schemas.microsoft.com/office/drawing/2014/main" id="{8F4CC5FD-DD86-5C07-6179-CACAB84BC282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l="28346" r="21643" b="1"/>
          <a:stretch>
            <a:fillRect/>
          </a:stretch>
        </p:blipFill>
        <p:spPr>
          <a:xfrm>
            <a:off x="1" y="1190"/>
            <a:ext cx="4571999" cy="5142310"/>
          </a:xfrm>
          <a:custGeom>
            <a:avLst/>
            <a:gdLst/>
            <a:ahLst/>
            <a:cxnLst/>
            <a:rect l="l" t="t" r="r" b="b"/>
            <a:pathLst>
              <a:path w="6649908" h="6856413">
                <a:moveTo>
                  <a:pt x="0" y="0"/>
                </a:moveTo>
                <a:lnTo>
                  <a:pt x="6559859" y="0"/>
                </a:lnTo>
                <a:lnTo>
                  <a:pt x="6572145" y="79394"/>
                </a:lnTo>
                <a:cubicBezTo>
                  <a:pt x="6857782" y="2230562"/>
                  <a:pt x="6243159" y="4473353"/>
                  <a:pt x="6528796" y="6624522"/>
                </a:cubicBezTo>
                <a:lnTo>
                  <a:pt x="6564680" y="6856413"/>
                </a:lnTo>
                <a:lnTo>
                  <a:pt x="0" y="6856413"/>
                </a:lnTo>
                <a:close/>
              </a:path>
            </a:pathLst>
          </a:cu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" name="Rectangle 4">
            <a:extLst>
              <a:ext uri="{FF2B5EF4-FFF2-40B4-BE49-F238E27FC236}">
                <a16:creationId xmlns:a16="http://schemas.microsoft.com/office/drawing/2014/main" id="{907EF6B7-1338-4443-8C46-6A318D952D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86" y="0"/>
            <a:ext cx="9141714" cy="51435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Freeform: Shape 5">
            <a:extLst>
              <a:ext uri="{FF2B5EF4-FFF2-40B4-BE49-F238E27FC236}">
                <a16:creationId xmlns:a16="http://schemas.microsoft.com/office/drawing/2014/main" id="{DAAE4CDD-124C-4DCF-9584-B6033B545D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125454" cy="5143500"/>
          </a:xfrm>
          <a:custGeom>
            <a:avLst/>
            <a:gdLst>
              <a:gd name="connsiteX0" fmla="*/ 0 w 4167271"/>
              <a:gd name="connsiteY0" fmla="*/ 0 h 6858000"/>
              <a:gd name="connsiteX1" fmla="*/ 2259550 w 4167271"/>
              <a:gd name="connsiteY1" fmla="*/ 0 h 6858000"/>
              <a:gd name="connsiteX2" fmla="*/ 2387803 w 4167271"/>
              <a:gd name="connsiteY2" fmla="*/ 82222 h 6858000"/>
              <a:gd name="connsiteX3" fmla="*/ 4167271 w 4167271"/>
              <a:gd name="connsiteY3" fmla="*/ 3429000 h 6858000"/>
              <a:gd name="connsiteX4" fmla="*/ 2387803 w 4167271"/>
              <a:gd name="connsiteY4" fmla="*/ 6775779 h 6858000"/>
              <a:gd name="connsiteX5" fmla="*/ 2259550 w 4167271"/>
              <a:gd name="connsiteY5" fmla="*/ 6858000 h 6858000"/>
              <a:gd name="connsiteX6" fmla="*/ 0 w 4167271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167271" h="6858000">
                <a:moveTo>
                  <a:pt x="0" y="0"/>
                </a:moveTo>
                <a:lnTo>
                  <a:pt x="2259550" y="0"/>
                </a:lnTo>
                <a:lnTo>
                  <a:pt x="2387803" y="82222"/>
                </a:lnTo>
                <a:cubicBezTo>
                  <a:pt x="3461407" y="807534"/>
                  <a:pt x="4167271" y="2035835"/>
                  <a:pt x="4167271" y="3429000"/>
                </a:cubicBezTo>
                <a:cubicBezTo>
                  <a:pt x="4167271" y="4822165"/>
                  <a:pt x="3461407" y="6050467"/>
                  <a:pt x="2387803" y="6775779"/>
                </a:cubicBezTo>
                <a:lnTo>
                  <a:pt x="225955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5125" y="865179"/>
            <a:ext cx="2400300" cy="3345872"/>
          </a:xfrm>
        </p:spPr>
        <p:txBody>
          <a:bodyPr>
            <a:normAutofit/>
          </a:bodyPr>
          <a:lstStyle/>
          <a:p>
            <a:pPr marL="0" lvl="0" indent="0">
              <a:buNone/>
            </a:pPr>
            <a:r>
              <a:rPr lang="en-US" dirty="0">
                <a:solidFill>
                  <a:srgbClr val="FFFFFF"/>
                </a:solidFill>
              </a:rPr>
              <a:t>Task 1: Increase All Customers’ Age by 1</a:t>
            </a:r>
          </a:p>
        </p:txBody>
      </p:sp>
      <p:sp>
        <p:nvSpPr>
          <p:cNvPr id="7" name="Arc 6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5662801" y="1841609"/>
            <a:ext cx="3062575" cy="3062575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335481" y="443508"/>
            <a:ext cx="5179868" cy="4189214"/>
          </a:xfrm>
        </p:spPr>
        <p:txBody>
          <a:bodyPr anchor="ctr">
            <a:normAutofit/>
          </a:bodyPr>
          <a:lstStyle/>
          <a:p>
            <a:pPr marL="0" lvl="0" indent="0">
              <a:buNone/>
            </a:pPr>
            <a:r>
              <a:rPr lang="en-US" sz="1300" b="1"/>
              <a:t>Goal</a:t>
            </a:r>
            <a:r>
              <a:rPr lang="en-US" sz="1300"/>
              <a:t> - Increment every customer’s </a:t>
            </a:r>
            <a:r>
              <a:rPr lang="en-US" sz="1300">
                <a:latin typeface="Courier"/>
              </a:rPr>
              <a:t>age</a:t>
            </a:r>
            <a:r>
              <a:rPr lang="en-US" sz="1300"/>
              <a:t> by 1. - Reset </a:t>
            </a:r>
            <a:r>
              <a:rPr lang="en-US" sz="1300">
                <a:latin typeface="Courier"/>
              </a:rPr>
              <a:t>age</a:t>
            </a:r>
            <a:r>
              <a:rPr lang="en-US" sz="1300"/>
              <a:t> to its original value before </a:t>
            </a:r>
            <a:r>
              <a:rPr lang="en-US" sz="1300" b="1"/>
              <a:t>each timed run</a:t>
            </a:r>
            <a:r>
              <a:rPr lang="en-US" sz="1300"/>
              <a:t>.</a:t>
            </a:r>
          </a:p>
          <a:p>
            <a:pPr marL="0" lvl="0" indent="0">
              <a:buNone/>
            </a:pPr>
            <a:r>
              <a:rPr lang="en-US" sz="1300" b="1"/>
              <a:t>1. Increase ages</a:t>
            </a:r>
          </a:p>
          <a:p>
            <a:pPr lvl="0" indent="0">
              <a:buNone/>
            </a:pPr>
            <a:r>
              <a:rPr lang="en-US" sz="1300">
                <a:latin typeface="Courier"/>
              </a:rPr>
              <a:t>use shopdb</a:t>
            </a:r>
            <a:br>
              <a:rPr lang="en-US" sz="1300"/>
            </a:br>
            <a:br>
              <a:rPr lang="en-US" sz="1300"/>
            </a:br>
            <a:r>
              <a:rPr lang="en-US" sz="1300">
                <a:latin typeface="Courier"/>
              </a:rPr>
              <a:t>db.customers.updateMany(</a:t>
            </a:r>
            <a:br>
              <a:rPr lang="en-US" sz="1300"/>
            </a:br>
            <a:r>
              <a:rPr lang="en-US" sz="1300">
                <a:latin typeface="Courier"/>
              </a:rPr>
              <a:t>  {},</a:t>
            </a:r>
            <a:br>
              <a:rPr lang="en-US" sz="1300"/>
            </a:br>
            <a:r>
              <a:rPr lang="en-US" sz="1300">
                <a:latin typeface="Courier"/>
              </a:rPr>
              <a:t>  { $inc: { age: 1 } }</a:t>
            </a:r>
            <a:br>
              <a:rPr lang="en-US" sz="1300"/>
            </a:br>
            <a:r>
              <a:rPr lang="en-US" sz="1300">
                <a:latin typeface="Courier"/>
              </a:rPr>
              <a:t>)</a:t>
            </a:r>
          </a:p>
          <a:p>
            <a:pPr marL="0" lvl="0" indent="0">
              <a:buNone/>
            </a:pPr>
            <a:r>
              <a:rPr lang="en-US" sz="1300" b="1"/>
              <a:t>2. Reset before next run (example)</a:t>
            </a:r>
            <a:br>
              <a:rPr lang="en-US" sz="1300"/>
            </a:br>
            <a:r>
              <a:rPr lang="en-US" sz="1300"/>
              <a:t>Assume ages were stored in a backup field </a:t>
            </a:r>
            <a:r>
              <a:rPr lang="en-US" sz="1300">
                <a:latin typeface="Courier"/>
              </a:rPr>
              <a:t>original_age</a:t>
            </a:r>
            <a:r>
              <a:rPr lang="en-US" sz="1300"/>
              <a:t>:</a:t>
            </a:r>
          </a:p>
          <a:p>
            <a:pPr lvl="0" indent="0">
              <a:buNone/>
            </a:pPr>
            <a:r>
              <a:rPr lang="en-US" sz="1300">
                <a:latin typeface="Courier"/>
              </a:rPr>
              <a:t>db.customers.updateMany(</a:t>
            </a:r>
            <a:br>
              <a:rPr lang="en-US" sz="1300"/>
            </a:br>
            <a:r>
              <a:rPr lang="en-US" sz="1300">
                <a:latin typeface="Courier"/>
              </a:rPr>
              <a:t>  {},</a:t>
            </a:r>
            <a:br>
              <a:rPr lang="en-US" sz="1300"/>
            </a:br>
            <a:r>
              <a:rPr lang="en-US" sz="1300">
                <a:latin typeface="Courier"/>
              </a:rPr>
              <a:t>  { $set: { age: "$original_age" } }</a:t>
            </a:r>
            <a:br>
              <a:rPr lang="en-US" sz="1300"/>
            </a:br>
            <a:r>
              <a:rPr lang="en-US" sz="1300">
                <a:latin typeface="Courier"/>
              </a:rPr>
              <a:t>)</a:t>
            </a:r>
          </a:p>
          <a:p>
            <a:pPr marL="0" lvl="0" indent="0">
              <a:buNone/>
            </a:pPr>
            <a:r>
              <a:rPr lang="en-US" sz="1300" b="1"/>
              <a:t>Timing note</a:t>
            </a:r>
            <a:r>
              <a:rPr lang="en-US" sz="1300"/>
              <a:t> - Ran this </a:t>
            </a:r>
            <a:r>
              <a:rPr lang="en-US" sz="1300">
                <a:latin typeface="Courier"/>
              </a:rPr>
              <a:t>updateMany</a:t>
            </a:r>
            <a:r>
              <a:rPr lang="en-US" sz="1300"/>
              <a:t> 10 times, computed the </a:t>
            </a:r>
            <a:r>
              <a:rPr lang="en-US" sz="1300" b="1"/>
              <a:t>average execution time</a:t>
            </a:r>
            <a:r>
              <a:rPr lang="en-US" sz="1300"/>
              <a:t> to observe how bulk updates scale on 100K+ documents. time (s): 2.2852902500191705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marL="0" lvl="0" indent="0">
              <a:buNone/>
            </a:pPr>
            <a:r>
              <a:rPr lang="en-US"/>
              <a:t>Task 2: Reduce a Product’s Stock After Purchase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150D9A15-2DA5-C32E-54AE-696080F6ABFC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457200" y="1081232"/>
          <a:ext cx="8229600" cy="373391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C2554CA6-288E-4202-BC52-2E5A8F0C0A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86" y="0"/>
            <a:ext cx="9141714" cy="51435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B10BB131-AC8E-4A8E-A5D1-36260F720C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66891" y="839273"/>
            <a:ext cx="3464954" cy="3464953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78305" y="1047514"/>
            <a:ext cx="2430380" cy="3048471"/>
          </a:xfrm>
        </p:spPr>
        <p:txBody>
          <a:bodyPr>
            <a:normAutofit/>
          </a:bodyPr>
          <a:lstStyle/>
          <a:p>
            <a:pPr marL="0" lvl="0" indent="0">
              <a:buNone/>
            </a:pPr>
            <a:r>
              <a:rPr lang="en-US">
                <a:solidFill>
                  <a:srgbClr val="FFFFFF"/>
                </a:solidFill>
              </a:rPr>
              <a:t>Task 3: Premium Customer Emails</a:t>
            </a:r>
          </a:p>
        </p:txBody>
      </p:sp>
      <p:sp>
        <p:nvSpPr>
          <p:cNvPr id="20" name="Arc 19">
            <a:extLst>
              <a:ext uri="{FF2B5EF4-FFF2-40B4-BE49-F238E27FC236}">
                <a16:creationId xmlns:a16="http://schemas.microsoft.com/office/drawing/2014/main" id="{5B7778FC-632E-4DCA-A7CB-0D7731CCF9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9809111">
            <a:off x="6512790" y="705861"/>
            <a:ext cx="2240924" cy="2240924"/>
          </a:xfrm>
          <a:prstGeom prst="arc">
            <a:avLst>
              <a:gd name="adj1" fmla="val 15817365"/>
              <a:gd name="adj2" fmla="val 1781380"/>
            </a:avLst>
          </a:prstGeom>
          <a:ln w="127000" cap="rnd">
            <a:solidFill>
              <a:schemeClr val="accent4"/>
            </a:solidFill>
            <a:prstDash val="dash"/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FA23A907-97FB-4A8F-880A-DD77401C429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82536" y="3585744"/>
            <a:ext cx="409575" cy="409575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027614" y="1144524"/>
            <a:ext cx="4152298" cy="2951461"/>
          </a:xfrm>
        </p:spPr>
        <p:txBody>
          <a:bodyPr>
            <a:normAutofit/>
          </a:bodyPr>
          <a:lstStyle/>
          <a:p>
            <a:pPr marL="0" lvl="0" indent="0">
              <a:buNone/>
            </a:pPr>
            <a:r>
              <a:rPr lang="en-US" sz="1600" b="1"/>
              <a:t>Goal</a:t>
            </a:r>
            <a:r>
              <a:rPr lang="en-US" sz="1600"/>
              <a:t> - Return only the </a:t>
            </a:r>
            <a:r>
              <a:rPr lang="en-US" sz="1600">
                <a:latin typeface="Courier"/>
              </a:rPr>
              <a:t>email</a:t>
            </a:r>
            <a:r>
              <a:rPr lang="en-US" sz="1600"/>
              <a:t> field for customers where </a:t>
            </a:r>
            <a:r>
              <a:rPr lang="en-US" sz="1600">
                <a:latin typeface="Courier"/>
              </a:rPr>
              <a:t>is_premium</a:t>
            </a:r>
            <a:r>
              <a:rPr lang="en-US" sz="1600"/>
              <a:t> is </a:t>
            </a:r>
            <a:r>
              <a:rPr lang="en-US" sz="1600">
                <a:latin typeface="Courier"/>
              </a:rPr>
              <a:t>true</a:t>
            </a:r>
            <a:r>
              <a:rPr lang="en-US" sz="1600"/>
              <a:t>. - Project without </a:t>
            </a:r>
            <a:r>
              <a:rPr lang="en-US" sz="1600">
                <a:latin typeface="Courier"/>
              </a:rPr>
              <a:t>_id</a:t>
            </a:r>
            <a:r>
              <a:rPr lang="en-US" sz="1600"/>
              <a:t>.</a:t>
            </a:r>
          </a:p>
          <a:p>
            <a:pPr lvl="0" indent="0">
              <a:buNone/>
            </a:pPr>
            <a:r>
              <a:rPr lang="en-US" sz="1600">
                <a:latin typeface="Courier"/>
              </a:rPr>
              <a:t>db.customers.find(</a:t>
            </a:r>
            <a:br>
              <a:rPr lang="en-US" sz="1600"/>
            </a:br>
            <a:r>
              <a:rPr lang="en-US" sz="1600">
                <a:latin typeface="Courier"/>
              </a:rPr>
              <a:t>  { is_premium: </a:t>
            </a:r>
            <a:r>
              <a:rPr lang="en-US" sz="1600" b="1">
                <a:latin typeface="Courier"/>
              </a:rPr>
              <a:t>true</a:t>
            </a:r>
            <a:r>
              <a:rPr lang="en-US" sz="1600">
                <a:latin typeface="Courier"/>
              </a:rPr>
              <a:t> },</a:t>
            </a:r>
            <a:br>
              <a:rPr lang="en-US" sz="1600"/>
            </a:br>
            <a:r>
              <a:rPr lang="en-US" sz="1600">
                <a:latin typeface="Courier"/>
              </a:rPr>
              <a:t>  { _id: 0, email: 1 }</a:t>
            </a:r>
            <a:br>
              <a:rPr lang="en-US" sz="1600"/>
            </a:br>
            <a:r>
              <a:rPr lang="en-US" sz="1600">
                <a:latin typeface="Courier"/>
              </a:rPr>
              <a:t>)</a:t>
            </a:r>
          </a:p>
          <a:p>
            <a:pPr marL="0" lvl="0" indent="0">
              <a:buNone/>
            </a:pPr>
            <a:r>
              <a:rPr lang="en-US" sz="1600" b="1"/>
              <a:t>Timing note</a:t>
            </a:r>
            <a:r>
              <a:rPr lang="en-US" sz="1600"/>
              <a:t> - Ran this read‑only </a:t>
            </a:r>
            <a:r>
              <a:rPr lang="en-US" sz="1600">
                <a:latin typeface="Courier"/>
              </a:rPr>
              <a:t>find</a:t>
            </a:r>
            <a:r>
              <a:rPr lang="en-US" sz="1600"/>
              <a:t> projection 10 times and recorded the </a:t>
            </a:r>
            <a:r>
              <a:rPr lang="en-US" sz="1600" b="1"/>
              <a:t>average execution time</a:t>
            </a:r>
            <a:r>
              <a:rPr lang="en-US" sz="1600"/>
              <a:t> as a baseline for read‑only queries. time (s): 0.14587286000605673 —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" name="Rectangle 4">
            <a:extLst>
              <a:ext uri="{FF2B5EF4-FFF2-40B4-BE49-F238E27FC236}">
                <a16:creationId xmlns:a16="http://schemas.microsoft.com/office/drawing/2014/main" id="{907EF6B7-1338-4443-8C46-6A318D952D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86" y="0"/>
            <a:ext cx="9141714" cy="51435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Freeform: Shape 5">
            <a:extLst>
              <a:ext uri="{FF2B5EF4-FFF2-40B4-BE49-F238E27FC236}">
                <a16:creationId xmlns:a16="http://schemas.microsoft.com/office/drawing/2014/main" id="{DAAE4CDD-124C-4DCF-9584-B6033B545D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125454" cy="5143500"/>
          </a:xfrm>
          <a:custGeom>
            <a:avLst/>
            <a:gdLst>
              <a:gd name="connsiteX0" fmla="*/ 0 w 4167271"/>
              <a:gd name="connsiteY0" fmla="*/ 0 h 6858000"/>
              <a:gd name="connsiteX1" fmla="*/ 2259550 w 4167271"/>
              <a:gd name="connsiteY1" fmla="*/ 0 h 6858000"/>
              <a:gd name="connsiteX2" fmla="*/ 2387803 w 4167271"/>
              <a:gd name="connsiteY2" fmla="*/ 82222 h 6858000"/>
              <a:gd name="connsiteX3" fmla="*/ 4167271 w 4167271"/>
              <a:gd name="connsiteY3" fmla="*/ 3429000 h 6858000"/>
              <a:gd name="connsiteX4" fmla="*/ 2387803 w 4167271"/>
              <a:gd name="connsiteY4" fmla="*/ 6775779 h 6858000"/>
              <a:gd name="connsiteX5" fmla="*/ 2259550 w 4167271"/>
              <a:gd name="connsiteY5" fmla="*/ 6858000 h 6858000"/>
              <a:gd name="connsiteX6" fmla="*/ 0 w 4167271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167271" h="6858000">
                <a:moveTo>
                  <a:pt x="0" y="0"/>
                </a:moveTo>
                <a:lnTo>
                  <a:pt x="2259550" y="0"/>
                </a:lnTo>
                <a:lnTo>
                  <a:pt x="2387803" y="82222"/>
                </a:lnTo>
                <a:cubicBezTo>
                  <a:pt x="3461407" y="807534"/>
                  <a:pt x="4167271" y="2035835"/>
                  <a:pt x="4167271" y="3429000"/>
                </a:cubicBezTo>
                <a:cubicBezTo>
                  <a:pt x="4167271" y="4822165"/>
                  <a:pt x="3461407" y="6050467"/>
                  <a:pt x="2387803" y="6775779"/>
                </a:cubicBezTo>
                <a:lnTo>
                  <a:pt x="225955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5125" y="865179"/>
            <a:ext cx="2400300" cy="3345872"/>
          </a:xfrm>
        </p:spPr>
        <p:txBody>
          <a:bodyPr>
            <a:normAutofit/>
          </a:bodyPr>
          <a:lstStyle/>
          <a:p>
            <a:pPr marL="0" lvl="0" indent="0">
              <a:buNone/>
            </a:pPr>
            <a:r>
              <a:rPr lang="en-US">
                <a:solidFill>
                  <a:srgbClr val="FFFFFF"/>
                </a:solidFill>
              </a:rPr>
              <a:t>Task 4: Refunded Orders in Last 30 Days</a:t>
            </a:r>
          </a:p>
        </p:txBody>
      </p:sp>
      <p:sp>
        <p:nvSpPr>
          <p:cNvPr id="7" name="Arc 6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5662801" y="1841609"/>
            <a:ext cx="3062575" cy="3062575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335481" y="443508"/>
            <a:ext cx="5179868" cy="4189214"/>
          </a:xfrm>
        </p:spPr>
        <p:txBody>
          <a:bodyPr anchor="ctr">
            <a:normAutofit/>
          </a:bodyPr>
          <a:lstStyle/>
          <a:p>
            <a:pPr marL="0" lvl="0" indent="0">
              <a:buNone/>
            </a:pPr>
            <a:r>
              <a:rPr lang="en-US" sz="1300" b="1"/>
              <a:t>Goal</a:t>
            </a:r>
            <a:r>
              <a:rPr lang="en-US" sz="1300"/>
              <a:t> - Using fixed reference date </a:t>
            </a:r>
            <a:r>
              <a:rPr lang="en-US" sz="1300">
                <a:latin typeface="Courier"/>
              </a:rPr>
              <a:t>2025‑05‑01</a:t>
            </a:r>
            <a:r>
              <a:rPr lang="en-US" sz="1300"/>
              <a:t>, treat “last 30 days” as the </a:t>
            </a:r>
            <a:r>
              <a:rPr lang="en-US" sz="1300" b="1"/>
              <a:t>inclusive</a:t>
            </a:r>
            <a:r>
              <a:rPr lang="en-US" sz="1300"/>
              <a:t> range </a:t>
            </a:r>
            <a:r>
              <a:rPr lang="en-US" sz="1300">
                <a:latin typeface="Courier"/>
              </a:rPr>
              <a:t>2025‑04‑02</a:t>
            </a:r>
            <a:r>
              <a:rPr lang="en-US" sz="1300"/>
              <a:t> to </a:t>
            </a:r>
            <a:r>
              <a:rPr lang="en-US" sz="1300">
                <a:latin typeface="Courier"/>
              </a:rPr>
              <a:t>2025‑05‑01</a:t>
            </a:r>
            <a:r>
              <a:rPr lang="en-US" sz="1300"/>
              <a:t>. - Since </a:t>
            </a:r>
            <a:r>
              <a:rPr lang="en-US" sz="1300">
                <a:latin typeface="Courier"/>
              </a:rPr>
              <a:t>order_date</a:t>
            </a:r>
            <a:r>
              <a:rPr lang="en-US" sz="1300"/>
              <a:t> is stored as </a:t>
            </a:r>
            <a:r>
              <a:rPr lang="en-US" sz="1300">
                <a:latin typeface="Courier"/>
              </a:rPr>
              <a:t>"YYYY‑MM‑DD"</a:t>
            </a:r>
            <a:r>
              <a:rPr lang="en-US" sz="1300"/>
              <a:t> strings, </a:t>
            </a:r>
            <a:r>
              <a:rPr lang="en-US" sz="1300">
                <a:latin typeface="Courier"/>
              </a:rPr>
              <a:t>$gte</a:t>
            </a:r>
            <a:r>
              <a:rPr lang="en-US" sz="1300"/>
              <a:t>/</a:t>
            </a:r>
            <a:r>
              <a:rPr lang="en-US" sz="1300">
                <a:latin typeface="Courier"/>
              </a:rPr>
              <a:t>$lte</a:t>
            </a:r>
            <a:r>
              <a:rPr lang="en-US" sz="1300"/>
              <a:t> comparisons work correctly.</a:t>
            </a:r>
          </a:p>
          <a:p>
            <a:pPr marL="0" lvl="0" indent="0">
              <a:buNone/>
            </a:pPr>
            <a:r>
              <a:rPr lang="en-US" sz="1300" b="1"/>
              <a:t>Solution text</a:t>
            </a:r>
            <a:r>
              <a:rPr lang="en-US" sz="1300"/>
              <a:t> &gt; I interpret “last 30 days” as the inclusive date range from 2025‑04‑02 to 2025‑05‑01. Because </a:t>
            </a:r>
            <a:r>
              <a:rPr lang="en-US" sz="1300">
                <a:latin typeface="Courier"/>
              </a:rPr>
              <a:t>order_date</a:t>
            </a:r>
            <a:r>
              <a:rPr lang="en-US" sz="1300"/>
              <a:t> is stored as an ISO‑like string, standard </a:t>
            </a:r>
            <a:r>
              <a:rPr lang="en-US" sz="1300">
                <a:latin typeface="Courier"/>
              </a:rPr>
              <a:t>$gte</a:t>
            </a:r>
            <a:r>
              <a:rPr lang="en-US" sz="1300"/>
              <a:t> and </a:t>
            </a:r>
            <a:r>
              <a:rPr lang="en-US" sz="1300">
                <a:latin typeface="Courier"/>
              </a:rPr>
              <a:t>$lte</a:t>
            </a:r>
            <a:r>
              <a:rPr lang="en-US" sz="1300"/>
              <a:t> queries safely handle this range without needing </a:t>
            </a:r>
            <a:r>
              <a:rPr lang="en-US" sz="1300">
                <a:latin typeface="Courier"/>
              </a:rPr>
              <a:t>ISODate</a:t>
            </a:r>
            <a:r>
              <a:rPr lang="en-US" sz="1300"/>
              <a:t>.</a:t>
            </a:r>
          </a:p>
          <a:p>
            <a:pPr lvl="0" indent="0">
              <a:buNone/>
            </a:pPr>
            <a:r>
              <a:rPr lang="en-US" sz="1300">
                <a:latin typeface="Courier"/>
              </a:rPr>
              <a:t>db.orders.find({</a:t>
            </a:r>
            <a:br>
              <a:rPr lang="en-US" sz="1300"/>
            </a:br>
            <a:r>
              <a:rPr lang="en-US" sz="1300">
                <a:latin typeface="Courier"/>
              </a:rPr>
              <a:t>  order_date: {</a:t>
            </a:r>
            <a:br>
              <a:rPr lang="en-US" sz="1300"/>
            </a:br>
            <a:r>
              <a:rPr lang="en-US" sz="1300">
                <a:latin typeface="Courier"/>
              </a:rPr>
              <a:t>    $gte: "2025-04-02",</a:t>
            </a:r>
            <a:br>
              <a:rPr lang="en-US" sz="1300"/>
            </a:br>
            <a:r>
              <a:rPr lang="en-US" sz="1300">
                <a:latin typeface="Courier"/>
              </a:rPr>
              <a:t>    $lte: "2025-05-01"</a:t>
            </a:r>
            <a:br>
              <a:rPr lang="en-US" sz="1300"/>
            </a:br>
            <a:r>
              <a:rPr lang="en-US" sz="1300">
                <a:latin typeface="Courier"/>
              </a:rPr>
              <a:t>  },</a:t>
            </a:r>
            <a:br>
              <a:rPr lang="en-US" sz="1300"/>
            </a:br>
            <a:r>
              <a:rPr lang="en-US" sz="1300">
                <a:latin typeface="Courier"/>
              </a:rPr>
              <a:t>  payment_status: "refunded"</a:t>
            </a:r>
            <a:br>
              <a:rPr lang="en-US" sz="1300"/>
            </a:br>
            <a:r>
              <a:rPr lang="en-US" sz="1300">
                <a:latin typeface="Courier"/>
              </a:rPr>
              <a:t>})</a:t>
            </a:r>
          </a:p>
          <a:p>
            <a:pPr marL="0" lvl="0" indent="0">
              <a:buNone/>
            </a:pPr>
            <a:r>
              <a:rPr lang="en-US" sz="1300" b="1"/>
              <a:t>Timing note</a:t>
            </a:r>
            <a:r>
              <a:rPr lang="en-US" sz="1300"/>
              <a:t> - Ran this filtered </a:t>
            </a:r>
            <a:r>
              <a:rPr lang="en-US" sz="1300">
                <a:latin typeface="Courier"/>
              </a:rPr>
              <a:t>find</a:t>
            </a:r>
            <a:r>
              <a:rPr lang="en-US" sz="1300"/>
              <a:t> 10 times and averaged the execution time to see how range + status filters affect performance. time (s): 2.2852902500191705 —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" name="Rectangle 4">
            <a:extLst>
              <a:ext uri="{FF2B5EF4-FFF2-40B4-BE49-F238E27FC236}">
                <a16:creationId xmlns:a16="http://schemas.microsoft.com/office/drawing/2014/main" id="{389575E1-3389-451A-A5F7-27854C25C5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86" y="3219"/>
            <a:ext cx="9141714" cy="51435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53CCC5C-D88E-40FB-B30B-23DCDBD01D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3"/>
            <a:ext cx="3125451" cy="5143503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5125" y="443508"/>
            <a:ext cx="2400300" cy="4189214"/>
          </a:xfrm>
        </p:spPr>
        <p:txBody>
          <a:bodyPr>
            <a:normAutofit/>
          </a:bodyPr>
          <a:lstStyle/>
          <a:p>
            <a:pPr marL="0" lvl="0" indent="0">
              <a:buNone/>
            </a:pPr>
            <a:r>
              <a:rPr lang="en-US">
                <a:solidFill>
                  <a:srgbClr val="FFFFFF"/>
                </a:solidFill>
              </a:rPr>
              <a:t>Task 5: Count Orders by Payment Status</a:t>
            </a:r>
          </a:p>
        </p:txBody>
      </p:sp>
      <p:sp>
        <p:nvSpPr>
          <p:cNvPr id="7" name="Arc 6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5662801" y="1841609"/>
            <a:ext cx="3062575" cy="3062575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335481" y="443508"/>
            <a:ext cx="5179868" cy="4189214"/>
          </a:xfrm>
        </p:spPr>
        <p:txBody>
          <a:bodyPr anchor="ctr">
            <a:normAutofit/>
          </a:bodyPr>
          <a:lstStyle/>
          <a:p>
            <a:pPr marL="0" lvl="0" indent="0">
              <a:buNone/>
            </a:pPr>
            <a:r>
              <a:rPr lang="en-US" sz="900" b="1"/>
              <a:t>Goal</a:t>
            </a:r>
            <a:r>
              <a:rPr lang="en-US" sz="900"/>
              <a:t> - Use aggregation to count orders with </a:t>
            </a:r>
            <a:r>
              <a:rPr lang="en-US" sz="900">
                <a:latin typeface="Courier"/>
              </a:rPr>
              <a:t>payment_status</a:t>
            </a:r>
            <a:r>
              <a:rPr lang="en-US" sz="900"/>
              <a:t> equal to </a:t>
            </a:r>
            <a:r>
              <a:rPr lang="en-US" sz="900">
                <a:latin typeface="Courier"/>
              </a:rPr>
              <a:t>"paid"</a:t>
            </a:r>
            <a:r>
              <a:rPr lang="en-US" sz="900"/>
              <a:t>, </a:t>
            </a:r>
            <a:r>
              <a:rPr lang="en-US" sz="900">
                <a:latin typeface="Courier"/>
              </a:rPr>
              <a:t>"pending"</a:t>
            </a:r>
            <a:r>
              <a:rPr lang="en-US" sz="900"/>
              <a:t>, or </a:t>
            </a:r>
            <a:r>
              <a:rPr lang="en-US" sz="900">
                <a:latin typeface="Courier"/>
              </a:rPr>
              <a:t>"refunded"</a:t>
            </a:r>
            <a:r>
              <a:rPr lang="en-US" sz="900"/>
              <a:t>.</a:t>
            </a:r>
          </a:p>
          <a:p>
            <a:pPr lvl="0" indent="0">
              <a:buNone/>
            </a:pPr>
            <a:r>
              <a:rPr lang="en-US" sz="900">
                <a:latin typeface="Courier"/>
              </a:rPr>
              <a:t>db.orders.aggregate([</a:t>
            </a:r>
            <a:br>
              <a:rPr lang="en-US" sz="900"/>
            </a:br>
            <a:r>
              <a:rPr lang="en-US" sz="900">
                <a:latin typeface="Courier"/>
              </a:rPr>
              <a:t>  {</a:t>
            </a:r>
            <a:br>
              <a:rPr lang="en-US" sz="900"/>
            </a:br>
            <a:r>
              <a:rPr lang="en-US" sz="900">
                <a:latin typeface="Courier"/>
              </a:rPr>
              <a:t>    $match: {</a:t>
            </a:r>
            <a:br>
              <a:rPr lang="en-US" sz="900"/>
            </a:br>
            <a:r>
              <a:rPr lang="en-US" sz="900">
                <a:latin typeface="Courier"/>
              </a:rPr>
              <a:t>      payment_status: {</a:t>
            </a:r>
            <a:br>
              <a:rPr lang="en-US" sz="900"/>
            </a:br>
            <a:r>
              <a:rPr lang="en-US" sz="900">
                <a:latin typeface="Courier"/>
              </a:rPr>
              <a:t>        $in: ["paid", "pending", "refunded"]</a:t>
            </a:r>
            <a:br>
              <a:rPr lang="en-US" sz="900"/>
            </a:br>
            <a:r>
              <a:rPr lang="en-US" sz="900">
                <a:latin typeface="Courier"/>
              </a:rPr>
              <a:t>      }</a:t>
            </a:r>
            <a:br>
              <a:rPr lang="en-US" sz="900"/>
            </a:br>
            <a:r>
              <a:rPr lang="en-US" sz="900">
                <a:latin typeface="Courier"/>
              </a:rPr>
              <a:t>    }</a:t>
            </a:r>
            <a:br>
              <a:rPr lang="en-US" sz="900"/>
            </a:br>
            <a:r>
              <a:rPr lang="en-US" sz="900">
                <a:latin typeface="Courier"/>
              </a:rPr>
              <a:t>  },</a:t>
            </a:r>
            <a:br>
              <a:rPr lang="en-US" sz="900"/>
            </a:br>
            <a:r>
              <a:rPr lang="en-US" sz="900">
                <a:latin typeface="Courier"/>
              </a:rPr>
              <a:t>  {</a:t>
            </a:r>
            <a:br>
              <a:rPr lang="en-US" sz="900"/>
            </a:br>
            <a:r>
              <a:rPr lang="en-US" sz="900">
                <a:latin typeface="Courier"/>
              </a:rPr>
              <a:t>    $group: {</a:t>
            </a:r>
            <a:br>
              <a:rPr lang="en-US" sz="900"/>
            </a:br>
            <a:r>
              <a:rPr lang="en-US" sz="900">
                <a:latin typeface="Courier"/>
              </a:rPr>
              <a:t>      _id: "$payment_status",</a:t>
            </a:r>
            <a:br>
              <a:rPr lang="en-US" sz="900"/>
            </a:br>
            <a:r>
              <a:rPr lang="en-US" sz="900">
                <a:latin typeface="Courier"/>
              </a:rPr>
              <a:t>      count: { $sum: 1 }</a:t>
            </a:r>
            <a:br>
              <a:rPr lang="en-US" sz="900"/>
            </a:br>
            <a:r>
              <a:rPr lang="en-US" sz="900">
                <a:latin typeface="Courier"/>
              </a:rPr>
              <a:t>    }</a:t>
            </a:r>
            <a:br>
              <a:rPr lang="en-US" sz="900"/>
            </a:br>
            <a:r>
              <a:rPr lang="en-US" sz="900">
                <a:latin typeface="Courier"/>
              </a:rPr>
              <a:t>  }</a:t>
            </a:r>
            <a:br>
              <a:rPr lang="en-US" sz="900"/>
            </a:br>
            <a:r>
              <a:rPr lang="en-US" sz="900">
                <a:latin typeface="Courier"/>
              </a:rPr>
              <a:t>])</a:t>
            </a:r>
          </a:p>
          <a:p>
            <a:pPr lvl="0"/>
            <a:r>
              <a:rPr lang="en-US" sz="900"/>
              <a:t>Returns results like:</a:t>
            </a:r>
          </a:p>
          <a:p>
            <a:pPr lvl="1" indent="0">
              <a:buNone/>
            </a:pPr>
            <a:r>
              <a:rPr lang="en-US" sz="900">
                <a:latin typeface="Courier"/>
              </a:rPr>
              <a:t>{ "_id": "paid", </a:t>
            </a:r>
            <a:r>
              <a:rPr lang="en-US" sz="900" b="1">
                <a:latin typeface="Courier"/>
              </a:rPr>
              <a:t>count</a:t>
            </a:r>
            <a:r>
              <a:rPr lang="en-US" sz="900">
                <a:latin typeface="Courier"/>
              </a:rPr>
              <a:t>: 32000 }</a:t>
            </a:r>
            <a:br>
              <a:rPr lang="en-US" sz="900"/>
            </a:br>
            <a:r>
              <a:rPr lang="en-US" sz="900">
                <a:latin typeface="Courier"/>
              </a:rPr>
              <a:t>{ "_id": "pending", </a:t>
            </a:r>
            <a:r>
              <a:rPr lang="en-US" sz="900" b="1">
                <a:latin typeface="Courier"/>
              </a:rPr>
              <a:t>count</a:t>
            </a:r>
            <a:r>
              <a:rPr lang="en-US" sz="900">
                <a:latin typeface="Courier"/>
              </a:rPr>
              <a:t>: 1500 }</a:t>
            </a:r>
            <a:br>
              <a:rPr lang="en-US" sz="900"/>
            </a:br>
            <a:r>
              <a:rPr lang="en-US" sz="900">
                <a:latin typeface="Courier"/>
              </a:rPr>
              <a:t>{ "_id": "refunded", </a:t>
            </a:r>
            <a:r>
              <a:rPr lang="en-US" sz="900" b="1">
                <a:latin typeface="Courier"/>
              </a:rPr>
              <a:t>count</a:t>
            </a:r>
            <a:r>
              <a:rPr lang="en-US" sz="900">
                <a:latin typeface="Courier"/>
              </a:rPr>
              <a:t>: 800 }</a:t>
            </a:r>
          </a:p>
          <a:p>
            <a:pPr marL="0" lvl="0" indent="0">
              <a:buNone/>
            </a:pPr>
            <a:r>
              <a:rPr lang="en-US" sz="900" b="1"/>
              <a:t>Timing note</a:t>
            </a:r>
            <a:r>
              <a:rPr lang="en-US" sz="900"/>
              <a:t> - Ran this pipeline 10 times and computed the </a:t>
            </a:r>
            <a:r>
              <a:rPr lang="en-US" sz="900" b="1"/>
              <a:t>average execution time</a:t>
            </a:r>
            <a:r>
              <a:rPr lang="en-US" sz="900"/>
              <a:t> for an agg regation‑based counting task. time (s): 0.09079674001550302 —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907EF6B7-1338-4443-8C46-6A318D952D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86" y="0"/>
            <a:ext cx="9141714" cy="51435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DAAE4CDD-124C-4DCF-9584-B6033B545D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125454" cy="5143500"/>
          </a:xfrm>
          <a:custGeom>
            <a:avLst/>
            <a:gdLst>
              <a:gd name="connsiteX0" fmla="*/ 0 w 4167271"/>
              <a:gd name="connsiteY0" fmla="*/ 0 h 6858000"/>
              <a:gd name="connsiteX1" fmla="*/ 2259550 w 4167271"/>
              <a:gd name="connsiteY1" fmla="*/ 0 h 6858000"/>
              <a:gd name="connsiteX2" fmla="*/ 2387803 w 4167271"/>
              <a:gd name="connsiteY2" fmla="*/ 82222 h 6858000"/>
              <a:gd name="connsiteX3" fmla="*/ 4167271 w 4167271"/>
              <a:gd name="connsiteY3" fmla="*/ 3429000 h 6858000"/>
              <a:gd name="connsiteX4" fmla="*/ 2387803 w 4167271"/>
              <a:gd name="connsiteY4" fmla="*/ 6775779 h 6858000"/>
              <a:gd name="connsiteX5" fmla="*/ 2259550 w 4167271"/>
              <a:gd name="connsiteY5" fmla="*/ 6858000 h 6858000"/>
              <a:gd name="connsiteX6" fmla="*/ 0 w 4167271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167271" h="6858000">
                <a:moveTo>
                  <a:pt x="0" y="0"/>
                </a:moveTo>
                <a:lnTo>
                  <a:pt x="2259550" y="0"/>
                </a:lnTo>
                <a:lnTo>
                  <a:pt x="2387803" y="82222"/>
                </a:lnTo>
                <a:cubicBezTo>
                  <a:pt x="3461407" y="807534"/>
                  <a:pt x="4167271" y="2035835"/>
                  <a:pt x="4167271" y="3429000"/>
                </a:cubicBezTo>
                <a:cubicBezTo>
                  <a:pt x="4167271" y="4822165"/>
                  <a:pt x="3461407" y="6050467"/>
                  <a:pt x="2387803" y="6775779"/>
                </a:cubicBezTo>
                <a:lnTo>
                  <a:pt x="225955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B990F6C-D919-F947-C942-7B37EB9074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5125" y="865179"/>
            <a:ext cx="2400300" cy="3345872"/>
          </a:xfrm>
        </p:spPr>
        <p:txBody>
          <a:bodyPr>
            <a:normAutofit/>
          </a:bodyPr>
          <a:lstStyle/>
          <a:p>
            <a:r>
              <a:rPr lang="en-US" b="1" dirty="0">
                <a:solidFill>
                  <a:srgbClr val="FFFFFF"/>
                </a:solidFill>
              </a:rPr>
              <a:t>Task 6:</a:t>
            </a:r>
            <a:r>
              <a:rPr lang="zh-CN" altLang="en-US" b="1" dirty="0">
                <a:solidFill>
                  <a:srgbClr val="FFFFFF"/>
                </a:solidFill>
              </a:rPr>
              <a:t> </a:t>
            </a:r>
            <a:r>
              <a:rPr lang="en-US" b="1" dirty="0">
                <a:solidFill>
                  <a:srgbClr val="FFFFFF"/>
                </a:solidFill>
              </a:rPr>
              <a:t>Promote high-activity customers to premium</a:t>
            </a:r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5662801" y="1841609"/>
            <a:ext cx="3062575" cy="3062575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17C9D1-A0E5-66F1-A56B-02BF591B80D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335481" y="443508"/>
            <a:ext cx="5179868" cy="4189214"/>
          </a:xfrm>
        </p:spPr>
        <p:txBody>
          <a:bodyPr anchor="ctr">
            <a:normAutofit/>
          </a:bodyPr>
          <a:lstStyle/>
          <a:p>
            <a:r>
              <a:rPr lang="en-US"/>
              <a:t>Compute total orders and total spending per customer </a:t>
            </a:r>
          </a:p>
          <a:p>
            <a:r>
              <a:rPr lang="en-US"/>
              <a:t>Mark as premium if: orders &gt; 5 OR spending &gt; 1000</a:t>
            </a:r>
          </a:p>
          <a:p>
            <a:r>
              <a:rPr lang="en-US"/>
              <a:t>Code:</a:t>
            </a:r>
          </a:p>
          <a:p>
            <a:pPr marL="342900" lvl="1" indent="0">
              <a:buNone/>
            </a:pPr>
            <a:r>
              <a:rPr lang="en-US"/>
              <a:t>const prem_id = db.orders.aggregate([{$group:</a:t>
            </a:r>
          </a:p>
          <a:p>
            <a:pPr marL="342900" lvl="1" indent="0">
              <a:buNone/>
            </a:pPr>
            <a:r>
              <a:rPr lang="en-US"/>
              <a:t>{_id:"$customer_id",total_orders:{$sum:1},total_spending:{$sum:"$total_amount"}}},{$match:{$or:[{total_orders:{$gt:5}},{total_spending:{$gt:1000}}]}}]).toArray().map(d=&gt;d._id);</a:t>
            </a:r>
          </a:p>
          <a:p>
            <a:pPr marL="342900" lvl="1" indent="0">
              <a:buNone/>
            </a:pPr>
            <a:r>
              <a:rPr lang="en-US"/>
              <a:t>db.customers.updateMany({_id:{$in:prem_id}},</a:t>
            </a:r>
          </a:p>
          <a:p>
            <a:pPr marL="342900" lvl="1" indent="0">
              <a:buNone/>
            </a:pPr>
            <a:r>
              <a:rPr lang="en-US"/>
              <a:t>{$set:{is_premium:tru}}});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3540805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" name="Rectangle 4">
            <a:extLst>
              <a:ext uri="{FF2B5EF4-FFF2-40B4-BE49-F238E27FC236}">
                <a16:creationId xmlns:a16="http://schemas.microsoft.com/office/drawing/2014/main" id="{C2554CA6-288E-4202-BC52-2E5A8F0C0A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86" y="0"/>
            <a:ext cx="9141714" cy="51435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B10BB131-AC8E-4A8E-A5D1-36260F720C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66891" y="839273"/>
            <a:ext cx="3464954" cy="3464953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A11916F-ACB1-F178-970E-E6FAB5EE4C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78305" y="1047514"/>
            <a:ext cx="2430380" cy="3048471"/>
          </a:xfrm>
        </p:spPr>
        <p:txBody>
          <a:bodyPr>
            <a:normAutofit/>
          </a:bodyPr>
          <a:lstStyle/>
          <a:p>
            <a:r>
              <a:rPr lang="en-US" b="1">
                <a:solidFill>
                  <a:srgbClr val="FFFFFF"/>
                </a:solidFill>
              </a:rPr>
              <a:t>Task 6:</a:t>
            </a:r>
            <a:r>
              <a:rPr lang="zh-CN" altLang="en-US" b="1">
                <a:solidFill>
                  <a:srgbClr val="FFFFFF"/>
                </a:solidFill>
              </a:rPr>
              <a:t> </a:t>
            </a:r>
            <a:r>
              <a:rPr lang="en-US" b="1">
                <a:solidFill>
                  <a:srgbClr val="FFFFFF"/>
                </a:solidFill>
              </a:rPr>
              <a:t>Promote high-activity customers to premium</a:t>
            </a:r>
          </a:p>
        </p:txBody>
      </p:sp>
      <p:sp>
        <p:nvSpPr>
          <p:cNvPr id="7" name="Arc 6">
            <a:extLst>
              <a:ext uri="{FF2B5EF4-FFF2-40B4-BE49-F238E27FC236}">
                <a16:creationId xmlns:a16="http://schemas.microsoft.com/office/drawing/2014/main" id="{5B7778FC-632E-4DCA-A7CB-0D7731CCF9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9809111">
            <a:off x="6512790" y="705861"/>
            <a:ext cx="2240924" cy="2240924"/>
          </a:xfrm>
          <a:prstGeom prst="arc">
            <a:avLst>
              <a:gd name="adj1" fmla="val 15817365"/>
              <a:gd name="adj2" fmla="val 1781380"/>
            </a:avLst>
          </a:prstGeom>
          <a:ln w="127000" cap="rnd">
            <a:solidFill>
              <a:schemeClr val="accent4"/>
            </a:solidFill>
            <a:prstDash val="dash"/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FA23A907-97FB-4A8F-880A-DD77401C429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82536" y="3585744"/>
            <a:ext cx="409575" cy="409575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2770EF-2572-99FF-0C2F-0962FB91A57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27614" y="1144524"/>
            <a:ext cx="4152298" cy="2951461"/>
          </a:xfrm>
        </p:spPr>
        <p:txBody>
          <a:bodyPr>
            <a:normAutofit/>
          </a:bodyPr>
          <a:lstStyle/>
          <a:p>
            <a:r>
              <a:rPr lang="en-US" dirty="0"/>
              <a:t>Approach:</a:t>
            </a:r>
          </a:p>
          <a:p>
            <a:pPr lvl="1"/>
            <a:r>
              <a:rPr lang="en-US" dirty="0"/>
              <a:t>Step 1: $group orders → compute metrics </a:t>
            </a:r>
          </a:p>
          <a:p>
            <a:pPr lvl="1"/>
            <a:r>
              <a:rPr lang="en-US" dirty="0"/>
              <a:t>Step 2: $match → filter high-value customers </a:t>
            </a:r>
          </a:p>
          <a:p>
            <a:pPr lvl="1"/>
            <a:r>
              <a:rPr lang="en-US" dirty="0"/>
              <a:t>Step 3: Extract IDs </a:t>
            </a:r>
          </a:p>
          <a:p>
            <a:pPr lvl="1"/>
            <a:r>
              <a:rPr lang="en-US" dirty="0"/>
              <a:t>Step 4: </a:t>
            </a:r>
            <a:r>
              <a:rPr lang="en-US" dirty="0" err="1"/>
              <a:t>updateMany</a:t>
            </a:r>
            <a:r>
              <a:rPr lang="en-US" dirty="0"/>
              <a:t> → update customers </a:t>
            </a:r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4390551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4" name="Rectangle 23">
            <a:extLst>
              <a:ext uri="{FF2B5EF4-FFF2-40B4-BE49-F238E27FC236}">
                <a16:creationId xmlns:a16="http://schemas.microsoft.com/office/drawing/2014/main" id="{E92FEB64-6EEA-4759-B4A4-BD2C1E660B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86" y="0"/>
            <a:ext cx="9141714" cy="51435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B10BB131-AC8E-4A8E-A5D1-36260F720C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30544" y="635700"/>
            <a:ext cx="3464954" cy="3464953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FEFD97E-BD31-C30D-F023-1D26913F86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1958" y="924930"/>
            <a:ext cx="2430380" cy="3048471"/>
          </a:xfrm>
        </p:spPr>
        <p:txBody>
          <a:bodyPr>
            <a:normAutofit/>
          </a:bodyPr>
          <a:lstStyle/>
          <a:p>
            <a:r>
              <a:rPr lang="en-US" b="1" dirty="0">
                <a:solidFill>
                  <a:srgbClr val="FFFFFF"/>
                </a:solidFill>
              </a:rPr>
              <a:t>Task 7: Products costing more than $200</a:t>
            </a:r>
          </a:p>
        </p:txBody>
      </p:sp>
      <p:sp>
        <p:nvSpPr>
          <p:cNvPr id="26" name="Freeform: Shape 25">
            <a:extLst>
              <a:ext uri="{FF2B5EF4-FFF2-40B4-BE49-F238E27FC236}">
                <a16:creationId xmlns:a16="http://schemas.microsoft.com/office/drawing/2014/main" id="{14847E93-7DC1-4D4B-8829-B19AA7137C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397896" y="0"/>
            <a:ext cx="866357" cy="443256"/>
          </a:xfrm>
          <a:custGeom>
            <a:avLst/>
            <a:gdLst>
              <a:gd name="connsiteX0" fmla="*/ 1355 w 1155142"/>
              <a:gd name="connsiteY0" fmla="*/ 0 h 591009"/>
              <a:gd name="connsiteX1" fmla="*/ 1153787 w 1155142"/>
              <a:gd name="connsiteY1" fmla="*/ 0 h 591009"/>
              <a:gd name="connsiteX2" fmla="*/ 1155142 w 1155142"/>
              <a:gd name="connsiteY2" fmla="*/ 13438 h 591009"/>
              <a:gd name="connsiteX3" fmla="*/ 577571 w 1155142"/>
              <a:gd name="connsiteY3" fmla="*/ 591009 h 591009"/>
              <a:gd name="connsiteX4" fmla="*/ 0 w 1155142"/>
              <a:gd name="connsiteY4" fmla="*/ 13438 h 5910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55142" h="591009">
                <a:moveTo>
                  <a:pt x="1355" y="0"/>
                </a:moveTo>
                <a:lnTo>
                  <a:pt x="1153787" y="0"/>
                </a:lnTo>
                <a:lnTo>
                  <a:pt x="1155142" y="13438"/>
                </a:lnTo>
                <a:cubicBezTo>
                  <a:pt x="1155142" y="332422"/>
                  <a:pt x="896555" y="591009"/>
                  <a:pt x="577571" y="591009"/>
                </a:cubicBezTo>
                <a:cubicBezTo>
                  <a:pt x="258587" y="591009"/>
                  <a:pt x="0" y="332422"/>
                  <a:pt x="0" y="13438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7" name="Freeform: Shape 26">
            <a:extLst>
              <a:ext uri="{FF2B5EF4-FFF2-40B4-BE49-F238E27FC236}">
                <a16:creationId xmlns:a16="http://schemas.microsoft.com/office/drawing/2014/main" id="{5566D6E1-03A1-4D73-A4E0-35D74D568A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971133" y="0"/>
            <a:ext cx="1303051" cy="719651"/>
          </a:xfrm>
          <a:custGeom>
            <a:avLst/>
            <a:gdLst>
              <a:gd name="connsiteX0" fmla="*/ 0 w 1737401"/>
              <a:gd name="connsiteY0" fmla="*/ 0 h 959536"/>
              <a:gd name="connsiteX1" fmla="*/ 123825 w 1737401"/>
              <a:gd name="connsiteY1" fmla="*/ 0 h 959536"/>
              <a:gd name="connsiteX2" fmla="*/ 123825 w 1737401"/>
              <a:gd name="connsiteY2" fmla="*/ 790277 h 959536"/>
              <a:gd name="connsiteX3" fmla="*/ 1490095 w 1737401"/>
              <a:gd name="connsiteY3" fmla="*/ 0 h 959536"/>
              <a:gd name="connsiteX4" fmla="*/ 1737401 w 1737401"/>
              <a:gd name="connsiteY4" fmla="*/ 0 h 959536"/>
              <a:gd name="connsiteX5" fmla="*/ 92869 w 1737401"/>
              <a:gd name="connsiteY5" fmla="*/ 951249 h 959536"/>
              <a:gd name="connsiteX6" fmla="*/ 61913 w 1737401"/>
              <a:gd name="connsiteY6" fmla="*/ 959536 h 959536"/>
              <a:gd name="connsiteX7" fmla="*/ 0 w 1737401"/>
              <a:gd name="connsiteY7" fmla="*/ 897624 h 9595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737401" h="959536">
                <a:moveTo>
                  <a:pt x="0" y="0"/>
                </a:moveTo>
                <a:lnTo>
                  <a:pt x="123825" y="0"/>
                </a:lnTo>
                <a:lnTo>
                  <a:pt x="123825" y="790277"/>
                </a:lnTo>
                <a:lnTo>
                  <a:pt x="1490095" y="0"/>
                </a:lnTo>
                <a:lnTo>
                  <a:pt x="1737401" y="0"/>
                </a:lnTo>
                <a:lnTo>
                  <a:pt x="92869" y="951249"/>
                </a:lnTo>
                <a:cubicBezTo>
                  <a:pt x="83458" y="956688"/>
                  <a:pt x="72780" y="959546"/>
                  <a:pt x="61913" y="959536"/>
                </a:cubicBezTo>
                <a:cubicBezTo>
                  <a:pt x="27719" y="959536"/>
                  <a:pt x="0" y="931818"/>
                  <a:pt x="0" y="897624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8" name="Freeform: Shape 27">
            <a:extLst>
              <a:ext uri="{FF2B5EF4-FFF2-40B4-BE49-F238E27FC236}">
                <a16:creationId xmlns:a16="http://schemas.microsoft.com/office/drawing/2014/main" id="{9F835A99-04AC-494A-A572-AFE8413CC9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2202623"/>
            <a:ext cx="119805" cy="414747"/>
          </a:xfrm>
          <a:custGeom>
            <a:avLst/>
            <a:gdLst>
              <a:gd name="connsiteX0" fmla="*/ 159741 w 159741"/>
              <a:gd name="connsiteY0" fmla="*/ 0 h 552996"/>
              <a:gd name="connsiteX1" fmla="*/ 159741 w 159741"/>
              <a:gd name="connsiteY1" fmla="*/ 552996 h 552996"/>
              <a:gd name="connsiteX2" fmla="*/ 141849 w 159741"/>
              <a:gd name="connsiteY2" fmla="*/ 543285 h 552996"/>
              <a:gd name="connsiteX3" fmla="*/ 0 w 159741"/>
              <a:gd name="connsiteY3" fmla="*/ 276498 h 552996"/>
              <a:gd name="connsiteX4" fmla="*/ 141849 w 159741"/>
              <a:gd name="connsiteY4" fmla="*/ 9711 h 5529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59741" h="552996">
                <a:moveTo>
                  <a:pt x="159741" y="0"/>
                </a:moveTo>
                <a:lnTo>
                  <a:pt x="159741" y="552996"/>
                </a:lnTo>
                <a:lnTo>
                  <a:pt x="141849" y="543285"/>
                </a:lnTo>
                <a:cubicBezTo>
                  <a:pt x="56268" y="485467"/>
                  <a:pt x="0" y="387554"/>
                  <a:pt x="0" y="276498"/>
                </a:cubicBezTo>
                <a:cubicBezTo>
                  <a:pt x="0" y="165443"/>
                  <a:pt x="56268" y="67529"/>
                  <a:pt x="141849" y="9711"/>
                </a:cubicBezTo>
                <a:close/>
              </a:path>
            </a:pathLst>
          </a:custGeom>
          <a:solidFill>
            <a:schemeClr val="accent4"/>
          </a:solidFill>
          <a:ln w="1270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A3159B-5425-8499-B3EA-B96158CB7F3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0" y="615660"/>
            <a:ext cx="3943349" cy="3667012"/>
          </a:xfrm>
        </p:spPr>
        <p:txBody>
          <a:bodyPr anchor="t">
            <a:normAutofit/>
          </a:bodyPr>
          <a:lstStyle/>
          <a:p>
            <a:r>
              <a:rPr lang="en-US" dirty="0"/>
              <a:t>Code: </a:t>
            </a:r>
          </a:p>
          <a:p>
            <a:pPr marL="342900" lvl="1" indent="0">
              <a:buNone/>
            </a:pPr>
            <a:r>
              <a:rPr lang="en-US" dirty="0" err="1"/>
              <a:t>db.products.find</a:t>
            </a:r>
            <a:r>
              <a:rPr lang="en-US" dirty="0"/>
              <a:t>({price:{$gt:200}},</a:t>
            </a:r>
            <a:br>
              <a:rPr lang="en-US" dirty="0"/>
            </a:br>
            <a:r>
              <a:rPr lang="en-US" dirty="0"/>
              <a:t>{name:1, category:1, price:1, _id:0})</a:t>
            </a:r>
          </a:p>
          <a:p>
            <a:r>
              <a:rPr lang="en-US" dirty="0"/>
              <a:t>Approach:</a:t>
            </a:r>
          </a:p>
          <a:p>
            <a:pPr lvl="1"/>
            <a:r>
              <a:rPr lang="en-US" dirty="0"/>
              <a:t>Simple $find query</a:t>
            </a:r>
          </a:p>
          <a:p>
            <a:pPr lvl="1"/>
            <a:r>
              <a:rPr lang="en-US" dirty="0"/>
              <a:t>Filter by condition</a:t>
            </a:r>
          </a:p>
          <a:p>
            <a:pPr lvl="1"/>
            <a:r>
              <a:rPr lang="en-US" dirty="0"/>
              <a:t>Projection: name, category, price, hide _id</a:t>
            </a:r>
          </a:p>
        </p:txBody>
      </p:sp>
      <p:sp>
        <p:nvSpPr>
          <p:cNvPr id="29" name="Freeform: Shape 28">
            <a:extLst>
              <a:ext uri="{FF2B5EF4-FFF2-40B4-BE49-F238E27FC236}">
                <a16:creationId xmlns:a16="http://schemas.microsoft.com/office/drawing/2014/main" id="{7B786209-1B0B-4CA9-9BDD-F7327066A8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4376736"/>
            <a:ext cx="1161135" cy="766764"/>
          </a:xfrm>
          <a:custGeom>
            <a:avLst/>
            <a:gdLst>
              <a:gd name="connsiteX0" fmla="*/ 61913 w 1548180"/>
              <a:gd name="connsiteY0" fmla="*/ 0 h 1022351"/>
              <a:gd name="connsiteX1" fmla="*/ 1548180 w 1548180"/>
              <a:gd name="connsiteY1" fmla="*/ 0 h 1022351"/>
              <a:gd name="connsiteX2" fmla="*/ 1548180 w 1548180"/>
              <a:gd name="connsiteY2" fmla="*/ 123825 h 1022351"/>
              <a:gd name="connsiteX3" fmla="*/ 123825 w 1548180"/>
              <a:gd name="connsiteY3" fmla="*/ 123825 h 1022351"/>
              <a:gd name="connsiteX4" fmla="*/ 123825 w 1548180"/>
              <a:gd name="connsiteY4" fmla="*/ 1022351 h 1022351"/>
              <a:gd name="connsiteX5" fmla="*/ 0 w 1548180"/>
              <a:gd name="connsiteY5" fmla="*/ 1022351 h 1022351"/>
              <a:gd name="connsiteX6" fmla="*/ 0 w 1548180"/>
              <a:gd name="connsiteY6" fmla="*/ 61913 h 1022351"/>
              <a:gd name="connsiteX7" fmla="*/ 61913 w 1548180"/>
              <a:gd name="connsiteY7" fmla="*/ 0 h 10223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548180" h="1022351">
                <a:moveTo>
                  <a:pt x="61913" y="0"/>
                </a:moveTo>
                <a:lnTo>
                  <a:pt x="1548180" y="0"/>
                </a:lnTo>
                <a:lnTo>
                  <a:pt x="1548180" y="123825"/>
                </a:lnTo>
                <a:lnTo>
                  <a:pt x="123825" y="123825"/>
                </a:lnTo>
                <a:lnTo>
                  <a:pt x="123825" y="1022351"/>
                </a:lnTo>
                <a:lnTo>
                  <a:pt x="0" y="1022351"/>
                </a:lnTo>
                <a:lnTo>
                  <a:pt x="0" y="61913"/>
                </a:lnTo>
                <a:cubicBezTo>
                  <a:pt x="0" y="27719"/>
                  <a:pt x="27719" y="0"/>
                  <a:pt x="61913" y="0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30" name="Freeform: Shape 29">
            <a:extLst>
              <a:ext uri="{FF2B5EF4-FFF2-40B4-BE49-F238E27FC236}">
                <a16:creationId xmlns:a16="http://schemas.microsoft.com/office/drawing/2014/main" id="{2D2964BB-484D-45AE-AD66-D407D06296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553792" y="4288428"/>
            <a:ext cx="1328706" cy="855072"/>
          </a:xfrm>
          <a:custGeom>
            <a:avLst/>
            <a:gdLst>
              <a:gd name="connsiteX0" fmla="*/ 1561721 w 1771609"/>
              <a:gd name="connsiteY0" fmla="*/ 763041 h 1140095"/>
              <a:gd name="connsiteX1" fmla="*/ 1623024 w 1771609"/>
              <a:gd name="connsiteY1" fmla="*/ 792810 h 1140095"/>
              <a:gd name="connsiteX2" fmla="*/ 1711735 w 1771609"/>
              <a:gd name="connsiteY2" fmla="*/ 970132 h 1140095"/>
              <a:gd name="connsiteX3" fmla="*/ 1771609 w 1771609"/>
              <a:gd name="connsiteY3" fmla="*/ 1140095 h 1140095"/>
              <a:gd name="connsiteX4" fmla="*/ 1637225 w 1771609"/>
              <a:gd name="connsiteY4" fmla="*/ 1140095 h 1140095"/>
              <a:gd name="connsiteX5" fmla="*/ 1594820 w 1771609"/>
              <a:gd name="connsiteY5" fmla="*/ 1019711 h 1140095"/>
              <a:gd name="connsiteX6" fmla="*/ 1513200 w 1771609"/>
              <a:gd name="connsiteY6" fmla="*/ 856627 h 1140095"/>
              <a:gd name="connsiteX7" fmla="*/ 1538499 w 1771609"/>
              <a:gd name="connsiteY7" fmla="*/ 770415 h 1140095"/>
              <a:gd name="connsiteX8" fmla="*/ 1561721 w 1771609"/>
              <a:gd name="connsiteY8" fmla="*/ 763041 h 1140095"/>
              <a:gd name="connsiteX9" fmla="*/ 933455 w 1771609"/>
              <a:gd name="connsiteY9" fmla="*/ 161309 h 1140095"/>
              <a:gd name="connsiteX10" fmla="*/ 957797 w 1771609"/>
              <a:gd name="connsiteY10" fmla="*/ 167970 h 1140095"/>
              <a:gd name="connsiteX11" fmla="*/ 1286982 w 1771609"/>
              <a:gd name="connsiteY11" fmla="*/ 387616 h 1140095"/>
              <a:gd name="connsiteX12" fmla="*/ 1293725 w 1771609"/>
              <a:gd name="connsiteY12" fmla="*/ 477075 h 1140095"/>
              <a:gd name="connsiteX13" fmla="*/ 1245453 w 1771609"/>
              <a:gd name="connsiteY13" fmla="*/ 499154 h 1140095"/>
              <a:gd name="connsiteX14" fmla="*/ 1245167 w 1771609"/>
              <a:gd name="connsiteY14" fmla="*/ 499154 h 1140095"/>
              <a:gd name="connsiteX15" fmla="*/ 1203638 w 1771609"/>
              <a:gd name="connsiteY15" fmla="*/ 484104 h 1140095"/>
              <a:gd name="connsiteX16" fmla="*/ 900647 w 1771609"/>
              <a:gd name="connsiteY16" fmla="*/ 281508 h 1140095"/>
              <a:gd name="connsiteX17" fmla="*/ 872454 w 1771609"/>
              <a:gd name="connsiteY17" fmla="*/ 196164 h 1140095"/>
              <a:gd name="connsiteX18" fmla="*/ 933455 w 1771609"/>
              <a:gd name="connsiteY18" fmla="*/ 161309 h 1140095"/>
              <a:gd name="connsiteX19" fmla="*/ 256260 w 1771609"/>
              <a:gd name="connsiteY19" fmla="*/ 29 h 1140095"/>
              <a:gd name="connsiteX20" fmla="*/ 454020 w 1771609"/>
              <a:gd name="connsiteY20" fmla="*/ 13474 h 1140095"/>
              <a:gd name="connsiteX21" fmla="*/ 509236 w 1771609"/>
              <a:gd name="connsiteY21" fmla="*/ 84182 h 1140095"/>
              <a:gd name="connsiteX22" fmla="*/ 445829 w 1771609"/>
              <a:gd name="connsiteY22" fmla="*/ 139871 h 1140095"/>
              <a:gd name="connsiteX23" fmla="*/ 437447 w 1771609"/>
              <a:gd name="connsiteY23" fmla="*/ 139395 h 1140095"/>
              <a:gd name="connsiteX24" fmla="*/ 73211 w 1771609"/>
              <a:gd name="connsiteY24" fmla="*/ 137204 h 1140095"/>
              <a:gd name="connsiteX25" fmla="*/ 749 w 1771609"/>
              <a:gd name="connsiteY25" fmla="*/ 84082 h 1140095"/>
              <a:gd name="connsiteX26" fmla="*/ 53871 w 1771609"/>
              <a:gd name="connsiteY26" fmla="*/ 11621 h 1140095"/>
              <a:gd name="connsiteX27" fmla="*/ 58352 w 1771609"/>
              <a:gd name="connsiteY27" fmla="*/ 11093 h 1140095"/>
              <a:gd name="connsiteX28" fmla="*/ 256260 w 1771609"/>
              <a:gd name="connsiteY28" fmla="*/ 29 h 11400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</a:cxnLst>
            <a:rect l="l" t="t" r="r" b="b"/>
            <a:pathLst>
              <a:path w="1771609" h="1140095">
                <a:moveTo>
                  <a:pt x="1561721" y="763041"/>
                </a:moveTo>
                <a:cubicBezTo>
                  <a:pt x="1585506" y="760324"/>
                  <a:pt x="1609722" y="771249"/>
                  <a:pt x="1623024" y="792810"/>
                </a:cubicBezTo>
                <a:cubicBezTo>
                  <a:pt x="1656300" y="850065"/>
                  <a:pt x="1685920" y="909291"/>
                  <a:pt x="1711735" y="970132"/>
                </a:cubicBezTo>
                <a:lnTo>
                  <a:pt x="1771609" y="1140095"/>
                </a:lnTo>
                <a:lnTo>
                  <a:pt x="1637225" y="1140095"/>
                </a:lnTo>
                <a:lnTo>
                  <a:pt x="1594820" y="1019711"/>
                </a:lnTo>
                <a:cubicBezTo>
                  <a:pt x="1571072" y="963753"/>
                  <a:pt x="1543818" y="909282"/>
                  <a:pt x="1513200" y="856627"/>
                </a:cubicBezTo>
                <a:cubicBezTo>
                  <a:pt x="1496379" y="825834"/>
                  <a:pt x="1507704" y="787236"/>
                  <a:pt x="1538499" y="770415"/>
                </a:cubicBezTo>
                <a:cubicBezTo>
                  <a:pt x="1545912" y="766367"/>
                  <a:pt x="1553792" y="763946"/>
                  <a:pt x="1561721" y="763041"/>
                </a:cubicBezTo>
                <a:close/>
                <a:moveTo>
                  <a:pt x="933455" y="161309"/>
                </a:moveTo>
                <a:cubicBezTo>
                  <a:pt x="941693" y="161855"/>
                  <a:pt x="949959" y="164025"/>
                  <a:pt x="957797" y="167970"/>
                </a:cubicBezTo>
                <a:cubicBezTo>
                  <a:pt x="1076184" y="227289"/>
                  <a:pt x="1186759" y="301068"/>
                  <a:pt x="1286982" y="387616"/>
                </a:cubicBezTo>
                <a:cubicBezTo>
                  <a:pt x="1313547" y="410457"/>
                  <a:pt x="1316566" y="450510"/>
                  <a:pt x="1293725" y="477075"/>
                </a:cubicBezTo>
                <a:cubicBezTo>
                  <a:pt x="1281638" y="491137"/>
                  <a:pt x="1263998" y="499204"/>
                  <a:pt x="1245453" y="499154"/>
                </a:cubicBezTo>
                <a:lnTo>
                  <a:pt x="1245167" y="499154"/>
                </a:lnTo>
                <a:cubicBezTo>
                  <a:pt x="1229965" y="499301"/>
                  <a:pt x="1215220" y="493956"/>
                  <a:pt x="1203638" y="484104"/>
                </a:cubicBezTo>
                <a:cubicBezTo>
                  <a:pt x="1111407" y="404300"/>
                  <a:pt x="1009633" y="336248"/>
                  <a:pt x="900647" y="281508"/>
                </a:cubicBezTo>
                <a:cubicBezTo>
                  <a:pt x="869295" y="265726"/>
                  <a:pt x="856672" y="227516"/>
                  <a:pt x="872454" y="196164"/>
                </a:cubicBezTo>
                <a:cubicBezTo>
                  <a:pt x="884290" y="172650"/>
                  <a:pt x="908742" y="159670"/>
                  <a:pt x="933455" y="161309"/>
                </a:cubicBezTo>
                <a:close/>
                <a:moveTo>
                  <a:pt x="256260" y="29"/>
                </a:moveTo>
                <a:cubicBezTo>
                  <a:pt x="322331" y="427"/>
                  <a:pt x="388378" y="4909"/>
                  <a:pt x="454020" y="13474"/>
                </a:cubicBezTo>
                <a:cubicBezTo>
                  <a:pt x="488793" y="17752"/>
                  <a:pt x="513514" y="49409"/>
                  <a:pt x="509236" y="84182"/>
                </a:cubicBezTo>
                <a:cubicBezTo>
                  <a:pt x="505303" y="116151"/>
                  <a:pt x="478038" y="140098"/>
                  <a:pt x="445829" y="139871"/>
                </a:cubicBezTo>
                <a:cubicBezTo>
                  <a:pt x="443027" y="139899"/>
                  <a:pt x="440227" y="139740"/>
                  <a:pt x="437447" y="139395"/>
                </a:cubicBezTo>
                <a:cubicBezTo>
                  <a:pt x="316592" y="123615"/>
                  <a:pt x="194247" y="122878"/>
                  <a:pt x="73211" y="137204"/>
                </a:cubicBezTo>
                <a:cubicBezTo>
                  <a:pt x="38532" y="142545"/>
                  <a:pt x="6090" y="118762"/>
                  <a:pt x="749" y="84082"/>
                </a:cubicBezTo>
                <a:cubicBezTo>
                  <a:pt x="-4591" y="49403"/>
                  <a:pt x="19192" y="16961"/>
                  <a:pt x="53871" y="11621"/>
                </a:cubicBezTo>
                <a:cubicBezTo>
                  <a:pt x="55358" y="11392"/>
                  <a:pt x="56852" y="11216"/>
                  <a:pt x="58352" y="11093"/>
                </a:cubicBezTo>
                <a:cubicBezTo>
                  <a:pt x="124093" y="3319"/>
                  <a:pt x="190189" y="-369"/>
                  <a:pt x="256260" y="29"/>
                </a:cubicBezTo>
                <a:close/>
              </a:path>
            </a:pathLst>
          </a:custGeom>
          <a:solidFill>
            <a:schemeClr val="accent4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31" name="Freeform: Shape 30">
            <a:extLst>
              <a:ext uri="{FF2B5EF4-FFF2-40B4-BE49-F238E27FC236}">
                <a16:creationId xmlns:a16="http://schemas.microsoft.com/office/drawing/2014/main" id="{6691AC69-A76E-4DAB-B565-468B6B87ACF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3099729" y="4694066"/>
            <a:ext cx="1174455" cy="449434"/>
          </a:xfrm>
          <a:custGeom>
            <a:avLst/>
            <a:gdLst>
              <a:gd name="connsiteX0" fmla="*/ 782970 w 1565940"/>
              <a:gd name="connsiteY0" fmla="*/ 0 h 599245"/>
              <a:gd name="connsiteX1" fmla="*/ 1528042 w 1565940"/>
              <a:gd name="connsiteY1" fmla="*/ 480469 h 599245"/>
              <a:gd name="connsiteX2" fmla="*/ 1565940 w 1565940"/>
              <a:gd name="connsiteY2" fmla="*/ 599245 h 599245"/>
              <a:gd name="connsiteX3" fmla="*/ 0 w 1565940"/>
              <a:gd name="connsiteY3" fmla="*/ 599245 h 599245"/>
              <a:gd name="connsiteX4" fmla="*/ 37898 w 1565940"/>
              <a:gd name="connsiteY4" fmla="*/ 480469 h 599245"/>
              <a:gd name="connsiteX5" fmla="*/ 782970 w 1565940"/>
              <a:gd name="connsiteY5" fmla="*/ 0 h 5992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565940" h="599245">
                <a:moveTo>
                  <a:pt x="782970" y="0"/>
                </a:moveTo>
                <a:cubicBezTo>
                  <a:pt x="1117910" y="0"/>
                  <a:pt x="1405287" y="198118"/>
                  <a:pt x="1528042" y="480469"/>
                </a:cubicBezTo>
                <a:lnTo>
                  <a:pt x="1565940" y="599245"/>
                </a:lnTo>
                <a:lnTo>
                  <a:pt x="0" y="599245"/>
                </a:lnTo>
                <a:lnTo>
                  <a:pt x="37898" y="480469"/>
                </a:lnTo>
                <a:cubicBezTo>
                  <a:pt x="160653" y="198118"/>
                  <a:pt x="448030" y="0"/>
                  <a:pt x="782970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2266253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" name="Rectangle 4">
            <a:extLst>
              <a:ext uri="{FF2B5EF4-FFF2-40B4-BE49-F238E27FC236}">
                <a16:creationId xmlns:a16="http://schemas.microsoft.com/office/drawing/2014/main" id="{907EF6B7-1338-4443-8C46-6A318D952D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86" y="0"/>
            <a:ext cx="9141714" cy="51435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Freeform: Shape 5">
            <a:extLst>
              <a:ext uri="{FF2B5EF4-FFF2-40B4-BE49-F238E27FC236}">
                <a16:creationId xmlns:a16="http://schemas.microsoft.com/office/drawing/2014/main" id="{DAAE4CDD-124C-4DCF-9584-B6033B545D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125454" cy="5143500"/>
          </a:xfrm>
          <a:custGeom>
            <a:avLst/>
            <a:gdLst>
              <a:gd name="connsiteX0" fmla="*/ 0 w 4167271"/>
              <a:gd name="connsiteY0" fmla="*/ 0 h 6858000"/>
              <a:gd name="connsiteX1" fmla="*/ 2259550 w 4167271"/>
              <a:gd name="connsiteY1" fmla="*/ 0 h 6858000"/>
              <a:gd name="connsiteX2" fmla="*/ 2387803 w 4167271"/>
              <a:gd name="connsiteY2" fmla="*/ 82222 h 6858000"/>
              <a:gd name="connsiteX3" fmla="*/ 4167271 w 4167271"/>
              <a:gd name="connsiteY3" fmla="*/ 3429000 h 6858000"/>
              <a:gd name="connsiteX4" fmla="*/ 2387803 w 4167271"/>
              <a:gd name="connsiteY4" fmla="*/ 6775779 h 6858000"/>
              <a:gd name="connsiteX5" fmla="*/ 2259550 w 4167271"/>
              <a:gd name="connsiteY5" fmla="*/ 6858000 h 6858000"/>
              <a:gd name="connsiteX6" fmla="*/ 0 w 4167271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167271" h="6858000">
                <a:moveTo>
                  <a:pt x="0" y="0"/>
                </a:moveTo>
                <a:lnTo>
                  <a:pt x="2259550" y="0"/>
                </a:lnTo>
                <a:lnTo>
                  <a:pt x="2387803" y="82222"/>
                </a:lnTo>
                <a:cubicBezTo>
                  <a:pt x="3461407" y="807534"/>
                  <a:pt x="4167271" y="2035835"/>
                  <a:pt x="4167271" y="3429000"/>
                </a:cubicBezTo>
                <a:cubicBezTo>
                  <a:pt x="4167271" y="4822165"/>
                  <a:pt x="3461407" y="6050467"/>
                  <a:pt x="2387803" y="6775779"/>
                </a:cubicBezTo>
                <a:lnTo>
                  <a:pt x="225955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A1EC9E2-E522-8A8E-80D2-2CB1A50732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5125" y="865179"/>
            <a:ext cx="2400300" cy="3345872"/>
          </a:xfrm>
        </p:spPr>
        <p:txBody>
          <a:bodyPr>
            <a:normAutofit/>
          </a:bodyPr>
          <a:lstStyle/>
          <a:p>
            <a:r>
              <a:rPr lang="en-US" b="1" dirty="0">
                <a:solidFill>
                  <a:srgbClr val="FFFFFF"/>
                </a:solidFill>
              </a:rPr>
              <a:t>Task 8: Orders including a specific product</a:t>
            </a:r>
          </a:p>
        </p:txBody>
      </p:sp>
      <p:sp>
        <p:nvSpPr>
          <p:cNvPr id="7" name="Arc 6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5662801" y="1841609"/>
            <a:ext cx="3062575" cy="3062575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39AEF1-4484-4285-A027-2584748EF26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335481" y="443508"/>
            <a:ext cx="5179868" cy="4189214"/>
          </a:xfrm>
        </p:spPr>
        <p:txBody>
          <a:bodyPr anchor="ctr">
            <a:normAutofit/>
          </a:bodyPr>
          <a:lstStyle/>
          <a:p>
            <a:r>
              <a:rPr lang="en-US" dirty="0"/>
              <a:t>Code: </a:t>
            </a:r>
          </a:p>
          <a:p>
            <a:pPr marL="0" indent="0">
              <a:buNone/>
            </a:pPr>
            <a:r>
              <a:rPr lang="en-US" dirty="0" err="1"/>
              <a:t>db.orders.aggregate</a:t>
            </a:r>
            <a:r>
              <a:rPr lang="en-US" dirty="0"/>
              <a:t>([{$match: {"</a:t>
            </a:r>
            <a:r>
              <a:rPr lang="en-US" dirty="0" err="1"/>
              <a:t>items.product_id</a:t>
            </a:r>
            <a:r>
              <a:rPr lang="en-US" dirty="0"/>
              <a:t>": 1}},</a:t>
            </a:r>
          </a:p>
          <a:p>
            <a:pPr marL="0" indent="0">
              <a:buNone/>
            </a:pPr>
            <a:r>
              <a:rPr lang="en-US" dirty="0"/>
              <a:t>{$project: {_id: 1,customer_id: 1,items: {$filter:{input: "$</a:t>
            </a:r>
            <a:r>
              <a:rPr lang="en-US" dirty="0" err="1"/>
              <a:t>items“,as</a:t>
            </a:r>
            <a:r>
              <a:rPr lang="en-US" dirty="0"/>
              <a:t>: "item",</a:t>
            </a:r>
            <a:r>
              <a:rPr lang="en-US" dirty="0" err="1"/>
              <a:t>cond</a:t>
            </a:r>
            <a:r>
              <a:rPr lang="en-US" dirty="0"/>
              <a:t>: {$eq: ["$$</a:t>
            </a:r>
            <a:r>
              <a:rPr lang="en-US" dirty="0" err="1"/>
              <a:t>item.product_id</a:t>
            </a:r>
            <a:r>
              <a:rPr lang="en-US" dirty="0"/>
              <a:t>", 1]}}}}}])</a:t>
            </a:r>
          </a:p>
          <a:p>
            <a:r>
              <a:rPr lang="en-US" dirty="0"/>
              <a:t>Approach:</a:t>
            </a:r>
          </a:p>
          <a:p>
            <a:pPr lvl="1"/>
            <a:r>
              <a:rPr lang="en-US" dirty="0"/>
              <a:t>$match to find relevant orders</a:t>
            </a:r>
          </a:p>
          <a:p>
            <a:pPr lvl="1"/>
            <a:r>
              <a:rPr lang="en-US" dirty="0"/>
              <a:t>$filter to extract matching items in array</a:t>
            </a:r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2330425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9" name="Rectangle 18">
            <a:extLst>
              <a:ext uri="{FF2B5EF4-FFF2-40B4-BE49-F238E27FC236}">
                <a16:creationId xmlns:a16="http://schemas.microsoft.com/office/drawing/2014/main" id="{907EF6B7-1338-4443-8C46-6A318D952D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86" y="0"/>
            <a:ext cx="9141714" cy="51435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Freeform: Shape 20">
            <a:extLst>
              <a:ext uri="{FF2B5EF4-FFF2-40B4-BE49-F238E27FC236}">
                <a16:creationId xmlns:a16="http://schemas.microsoft.com/office/drawing/2014/main" id="{DAAE4CDD-124C-4DCF-9584-B6033B545D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125454" cy="5143500"/>
          </a:xfrm>
          <a:custGeom>
            <a:avLst/>
            <a:gdLst>
              <a:gd name="connsiteX0" fmla="*/ 0 w 4167271"/>
              <a:gd name="connsiteY0" fmla="*/ 0 h 6858000"/>
              <a:gd name="connsiteX1" fmla="*/ 2259550 w 4167271"/>
              <a:gd name="connsiteY1" fmla="*/ 0 h 6858000"/>
              <a:gd name="connsiteX2" fmla="*/ 2387803 w 4167271"/>
              <a:gd name="connsiteY2" fmla="*/ 82222 h 6858000"/>
              <a:gd name="connsiteX3" fmla="*/ 4167271 w 4167271"/>
              <a:gd name="connsiteY3" fmla="*/ 3429000 h 6858000"/>
              <a:gd name="connsiteX4" fmla="*/ 2387803 w 4167271"/>
              <a:gd name="connsiteY4" fmla="*/ 6775779 h 6858000"/>
              <a:gd name="connsiteX5" fmla="*/ 2259550 w 4167271"/>
              <a:gd name="connsiteY5" fmla="*/ 6858000 h 6858000"/>
              <a:gd name="connsiteX6" fmla="*/ 0 w 4167271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167271" h="6858000">
                <a:moveTo>
                  <a:pt x="0" y="0"/>
                </a:moveTo>
                <a:lnTo>
                  <a:pt x="2259550" y="0"/>
                </a:lnTo>
                <a:lnTo>
                  <a:pt x="2387803" y="82222"/>
                </a:lnTo>
                <a:cubicBezTo>
                  <a:pt x="3461407" y="807534"/>
                  <a:pt x="4167271" y="2035835"/>
                  <a:pt x="4167271" y="3429000"/>
                </a:cubicBezTo>
                <a:cubicBezTo>
                  <a:pt x="4167271" y="4822165"/>
                  <a:pt x="3461407" y="6050467"/>
                  <a:pt x="2387803" y="6775779"/>
                </a:cubicBezTo>
                <a:lnTo>
                  <a:pt x="225955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748889D-27D6-80A0-3DA2-1172E88329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5125" y="865179"/>
            <a:ext cx="2400300" cy="3345872"/>
          </a:xfrm>
        </p:spPr>
        <p:txBody>
          <a:bodyPr>
            <a:normAutofit/>
          </a:bodyPr>
          <a:lstStyle/>
          <a:p>
            <a:r>
              <a:rPr lang="en-US" b="1" dirty="0">
                <a:solidFill>
                  <a:srgbClr val="FFFFFF"/>
                </a:solidFill>
              </a:rPr>
              <a:t>Task 9: Delete customers never placed an order</a:t>
            </a:r>
          </a:p>
        </p:txBody>
      </p:sp>
      <p:sp>
        <p:nvSpPr>
          <p:cNvPr id="23" name="Arc 22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5662801" y="1841609"/>
            <a:ext cx="3062575" cy="3062575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219C2E-E6DA-6BE4-0378-3560F7DA4F7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335481" y="443508"/>
            <a:ext cx="5485246" cy="4189214"/>
          </a:xfrm>
        </p:spPr>
        <p:txBody>
          <a:bodyPr anchor="ctr">
            <a:normAutofit/>
          </a:bodyPr>
          <a:lstStyle/>
          <a:p>
            <a:r>
              <a:rPr lang="en-US" dirty="0"/>
              <a:t>Code:</a:t>
            </a:r>
          </a:p>
          <a:p>
            <a:pPr marL="0" indent="0">
              <a:buNone/>
            </a:pPr>
            <a:r>
              <a:rPr lang="en-US" dirty="0"/>
              <a:t>const ids=</a:t>
            </a:r>
            <a:r>
              <a:rPr lang="en-US" dirty="0" err="1"/>
              <a:t>db.orders.distinct</a:t>
            </a:r>
            <a:r>
              <a:rPr lang="en-US" dirty="0"/>
              <a:t>("</a:t>
            </a:r>
            <a:r>
              <a:rPr lang="en-US" dirty="0" err="1"/>
              <a:t>customer_id</a:t>
            </a:r>
            <a:r>
              <a:rPr lang="en-US" dirty="0"/>
              <a:t>");</a:t>
            </a:r>
            <a:br>
              <a:rPr lang="en-US" dirty="0"/>
            </a:br>
            <a:r>
              <a:rPr lang="en-US" dirty="0" err="1"/>
              <a:t>db.customers.deleteMany</a:t>
            </a:r>
            <a:r>
              <a:rPr lang="en-US" dirty="0"/>
              <a:t>({_id: {$</a:t>
            </a:r>
            <a:r>
              <a:rPr lang="en-US" dirty="0" err="1"/>
              <a:t>nin</a:t>
            </a:r>
            <a:r>
              <a:rPr lang="en-US" dirty="0"/>
              <a:t>: ids}})</a:t>
            </a:r>
          </a:p>
          <a:p>
            <a:r>
              <a:rPr lang="en-US" dirty="0"/>
              <a:t>Approach:</a:t>
            </a:r>
          </a:p>
          <a:p>
            <a:pPr lvl="1"/>
            <a:r>
              <a:rPr lang="en-US" dirty="0"/>
              <a:t>Step 1: distinct → find active customers </a:t>
            </a:r>
          </a:p>
          <a:p>
            <a:pPr lvl="1"/>
            <a:r>
              <a:rPr lang="en-US" dirty="0"/>
              <a:t>Step 2: delete others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1033895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389575E1-3389-451A-A5F7-27854C25C5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86" y="3219"/>
            <a:ext cx="9141714" cy="51435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53CCC5C-D88E-40FB-B30B-23DCDBD01D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3"/>
            <a:ext cx="3125451" cy="5143503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1A8D68F-42DE-F873-902F-8132359EF7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5125" y="443508"/>
            <a:ext cx="2400300" cy="4189214"/>
          </a:xfrm>
        </p:spPr>
        <p:txBody>
          <a:bodyPr>
            <a:normAutofit/>
          </a:bodyPr>
          <a:lstStyle/>
          <a:p>
            <a:r>
              <a:rPr lang="en-US" b="1" dirty="0">
                <a:solidFill>
                  <a:srgbClr val="FFFFFF"/>
                </a:solidFill>
              </a:rPr>
              <a:t>Task 10: Categories preferred by customers under 25</a:t>
            </a:r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5662801" y="1841609"/>
            <a:ext cx="3062575" cy="3062575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D517E96-4EF1-F566-ED57-2C5BF37E1EC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335480" y="443508"/>
            <a:ext cx="5808519" cy="4189214"/>
          </a:xfrm>
        </p:spPr>
        <p:txBody>
          <a:bodyPr anchor="ctr">
            <a:normAutofit/>
          </a:bodyPr>
          <a:lstStyle/>
          <a:p>
            <a:r>
              <a:rPr lang="en-US" sz="1700" dirty="0"/>
              <a:t>Code:</a:t>
            </a:r>
          </a:p>
          <a:p>
            <a:pPr marL="0" indent="0">
              <a:buNone/>
            </a:pPr>
            <a:r>
              <a:rPr lang="en-US" sz="1700" dirty="0"/>
              <a:t>const </a:t>
            </a:r>
            <a:r>
              <a:rPr lang="en-US" sz="1700" dirty="0" err="1"/>
              <a:t>youngids</a:t>
            </a:r>
            <a:r>
              <a:rPr lang="en-US" sz="1700" dirty="0"/>
              <a:t>=</a:t>
            </a:r>
            <a:r>
              <a:rPr lang="en-US" sz="1700" dirty="0" err="1"/>
              <a:t>db.customers.find</a:t>
            </a:r>
            <a:r>
              <a:rPr lang="en-US" sz="1700" dirty="0"/>
              <a:t>({age:{$lt:25}})</a:t>
            </a:r>
          </a:p>
          <a:p>
            <a:pPr marL="0" indent="0">
              <a:buNone/>
            </a:pPr>
            <a:r>
              <a:rPr lang="en-US" sz="1700" dirty="0"/>
              <a:t>.</a:t>
            </a:r>
            <a:r>
              <a:rPr lang="en-US" sz="1700" dirty="0" err="1"/>
              <a:t>toArray</a:t>
            </a:r>
            <a:r>
              <a:rPr lang="en-US" sz="1700" dirty="0"/>
              <a:t>().map(d=&gt;</a:t>
            </a:r>
            <a:r>
              <a:rPr lang="en-US" sz="1700" dirty="0" err="1"/>
              <a:t>d._id</a:t>
            </a:r>
            <a:r>
              <a:rPr lang="en-US" sz="1700" dirty="0"/>
              <a:t>);</a:t>
            </a:r>
          </a:p>
          <a:p>
            <a:pPr marL="0" indent="0">
              <a:buNone/>
            </a:pPr>
            <a:r>
              <a:rPr lang="en-US" sz="1700" dirty="0" err="1"/>
              <a:t>db.orders.aggregate</a:t>
            </a:r>
            <a:r>
              <a:rPr lang="en-US" sz="1700" dirty="0"/>
              <a:t>([{$match:{</a:t>
            </a:r>
            <a:r>
              <a:rPr lang="en-US" sz="1700" dirty="0" err="1"/>
              <a:t>customer_id</a:t>
            </a:r>
            <a:r>
              <a:rPr lang="en-US" sz="1700" dirty="0"/>
              <a:t>:{$</a:t>
            </a:r>
            <a:r>
              <a:rPr lang="en-US" sz="1700" dirty="0" err="1"/>
              <a:t>in:youngids</a:t>
            </a:r>
            <a:r>
              <a:rPr lang="en-US" sz="1700" dirty="0"/>
              <a:t>}}},</a:t>
            </a:r>
          </a:p>
          <a:p>
            <a:pPr marL="0" indent="0">
              <a:buNone/>
            </a:pPr>
            <a:r>
              <a:rPr lang="en-US" sz="1700" dirty="0"/>
              <a:t>{$unwind:"$items"},{$group:{_id:"$</a:t>
            </a:r>
            <a:r>
              <a:rPr lang="en-US" sz="1700" dirty="0" err="1"/>
              <a:t>items.category</a:t>
            </a:r>
            <a:r>
              <a:rPr lang="en-US" sz="1700" dirty="0"/>
              <a:t>"}}])</a:t>
            </a:r>
          </a:p>
          <a:p>
            <a:r>
              <a:rPr lang="en-US" sz="1700" dirty="0"/>
              <a:t>Approach:</a:t>
            </a:r>
          </a:p>
          <a:p>
            <a:pPr lvl="1"/>
            <a:r>
              <a:rPr lang="en-US" sz="1700" dirty="0"/>
              <a:t>Find young customers</a:t>
            </a:r>
          </a:p>
          <a:p>
            <a:pPr lvl="1"/>
            <a:r>
              <a:rPr lang="en-US" sz="1700" dirty="0"/>
              <a:t>Filter their orders</a:t>
            </a:r>
          </a:p>
          <a:p>
            <a:pPr lvl="1"/>
            <a:r>
              <a:rPr lang="en-US" sz="1700" dirty="0"/>
              <a:t>$unwind items → expand data</a:t>
            </a:r>
          </a:p>
          <a:p>
            <a:pPr lvl="1"/>
            <a:r>
              <a:rPr lang="en-US" sz="1700" dirty="0"/>
              <a:t>$group categories</a:t>
            </a:r>
          </a:p>
          <a:p>
            <a:endParaRPr lang="en-US" sz="1700" dirty="0"/>
          </a:p>
        </p:txBody>
      </p:sp>
    </p:spTree>
    <p:extLst>
      <p:ext uri="{BB962C8B-B14F-4D97-AF65-F5344CB8AC3E}">
        <p14:creationId xmlns:p14="http://schemas.microsoft.com/office/powerpoint/2010/main" val="296241203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C2554CA6-288E-4202-BC52-2E5A8F0C0A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86" y="0"/>
            <a:ext cx="9141714" cy="51435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B10BB131-AC8E-4A8E-A5D1-36260F720C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66891" y="839273"/>
            <a:ext cx="3464954" cy="3464953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50C42EE-D6E5-3619-3EDE-FB85672C93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78305" y="1047514"/>
            <a:ext cx="2430380" cy="3048471"/>
          </a:xfrm>
        </p:spPr>
        <p:txBody>
          <a:bodyPr>
            <a:normAutofit/>
          </a:bodyPr>
          <a:lstStyle/>
          <a:p>
            <a:r>
              <a:rPr lang="en-US" altLang="zh-CN" sz="2800" b="1" dirty="0">
                <a:solidFill>
                  <a:srgbClr val="FFFFFF"/>
                </a:solidFill>
              </a:rPr>
              <a:t>Task 11:</a:t>
            </a:r>
            <a:br>
              <a:rPr lang="en-US" altLang="zh-CN" sz="2800" b="1" dirty="0">
                <a:solidFill>
                  <a:srgbClr val="FFFFFF"/>
                </a:solidFill>
              </a:rPr>
            </a:br>
            <a:r>
              <a:rPr lang="en-US" sz="2800" b="1" dirty="0">
                <a:solidFill>
                  <a:srgbClr val="FFFFFF"/>
                </a:solidFill>
              </a:rPr>
              <a:t>Customers with emails from Yahoo/Gmail</a:t>
            </a:r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id="{5B7778FC-632E-4DCA-A7CB-0D7731CCF9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9809111">
            <a:off x="6512790" y="705861"/>
            <a:ext cx="2240924" cy="2240924"/>
          </a:xfrm>
          <a:prstGeom prst="arc">
            <a:avLst>
              <a:gd name="adj1" fmla="val 15817365"/>
              <a:gd name="adj2" fmla="val 1781380"/>
            </a:avLst>
          </a:prstGeom>
          <a:ln w="127000" cap="rnd">
            <a:solidFill>
              <a:schemeClr val="accent4"/>
            </a:solidFill>
            <a:prstDash val="dash"/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FA23A907-97FB-4A8F-880A-DD77401C429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82536" y="3585744"/>
            <a:ext cx="409575" cy="409575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98F10A7-3F25-7AC1-18CD-9693F18A349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27614" y="1144524"/>
            <a:ext cx="4152298" cy="2951461"/>
          </a:xfrm>
        </p:spPr>
        <p:txBody>
          <a:bodyPr>
            <a:normAutofit/>
          </a:bodyPr>
          <a:lstStyle/>
          <a:p>
            <a:r>
              <a:rPr lang="en-US" sz="1700"/>
              <a:t>Code: </a:t>
            </a:r>
          </a:p>
          <a:p>
            <a:pPr marL="0" indent="0">
              <a:buNone/>
            </a:pPr>
            <a:r>
              <a:rPr lang="en-US" sz="1700" err="1"/>
              <a:t>db.customers.find</a:t>
            </a:r>
            <a:r>
              <a:rPr lang="en-US" sz="1700"/>
              <a:t>({$or:[{email:{$regex:"@</a:t>
            </a:r>
            <a:r>
              <a:rPr lang="en-US" sz="1700" err="1"/>
              <a:t>gmail</a:t>
            </a:r>
            <a:r>
              <a:rPr lang="en-US" sz="1700"/>
              <a:t>\\.com$"}},</a:t>
            </a:r>
          </a:p>
          <a:p>
            <a:pPr marL="0" indent="0">
              <a:buNone/>
            </a:pPr>
            <a:r>
              <a:rPr lang="en-US" sz="1700"/>
              <a:t>{email:{$regex: "@yahoo\\.com$"}}]})</a:t>
            </a:r>
          </a:p>
          <a:p>
            <a:r>
              <a:rPr lang="en-US" sz="1700"/>
              <a:t>Approach:</a:t>
            </a:r>
          </a:p>
          <a:p>
            <a:pPr lvl="1"/>
            <a:r>
              <a:rPr lang="en-US" sz="1700"/>
              <a:t>Use Regex to match email domain</a:t>
            </a:r>
          </a:p>
          <a:p>
            <a:pPr lvl="1"/>
            <a:r>
              <a:rPr lang="en-US" sz="1700"/>
              <a:t>Pattern matching instead of exact match</a:t>
            </a:r>
          </a:p>
        </p:txBody>
      </p:sp>
    </p:spTree>
    <p:extLst>
      <p:ext uri="{BB962C8B-B14F-4D97-AF65-F5344CB8AC3E}">
        <p14:creationId xmlns:p14="http://schemas.microsoft.com/office/powerpoint/2010/main" val="107335609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7DA1F35B-C8F7-4A5A-9339-7DA4D785B3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51435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Arc 15">
            <a:extLst>
              <a:ext uri="{FF2B5EF4-FFF2-40B4-BE49-F238E27FC236}">
                <a16:creationId xmlns:a16="http://schemas.microsoft.com/office/drawing/2014/main" id="{B2D4AD41-40DA-4A81-92F5-B6E3BA1ED8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746107">
            <a:off x="6131316" y="343463"/>
            <a:ext cx="2240924" cy="2240924"/>
          </a:xfrm>
          <a:prstGeom prst="arc">
            <a:avLst>
              <a:gd name="adj1" fmla="val 14612914"/>
              <a:gd name="adj2" fmla="val 0"/>
            </a:avLst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2031C50-8CBB-21B0-A501-D24722D430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273843"/>
            <a:ext cx="7886700" cy="994173"/>
          </a:xfrm>
        </p:spPr>
        <p:txBody>
          <a:bodyPr>
            <a:normAutofit/>
          </a:bodyPr>
          <a:lstStyle/>
          <a:p>
            <a:pPr algn="ctr"/>
            <a:r>
              <a:rPr lang="en-US" b="1" dirty="0"/>
              <a:t>Measure the Execution Time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2883EBE2-CD07-89AF-3979-2F4023218FA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679912053"/>
              </p:ext>
            </p:extLst>
          </p:nvPr>
        </p:nvGraphicFramePr>
        <p:xfrm>
          <a:off x="1036320" y="1369218"/>
          <a:ext cx="6795563" cy="326350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29771">
                  <a:extLst>
                    <a:ext uri="{9D8B030D-6E8A-4147-A177-3AD203B41FA5}">
                      <a16:colId xmlns:a16="http://schemas.microsoft.com/office/drawing/2014/main" val="1710616256"/>
                    </a:ext>
                  </a:extLst>
                </a:gridCol>
                <a:gridCol w="1652182">
                  <a:extLst>
                    <a:ext uri="{9D8B030D-6E8A-4147-A177-3AD203B41FA5}">
                      <a16:colId xmlns:a16="http://schemas.microsoft.com/office/drawing/2014/main" val="453631013"/>
                    </a:ext>
                  </a:extLst>
                </a:gridCol>
                <a:gridCol w="1713610">
                  <a:extLst>
                    <a:ext uri="{9D8B030D-6E8A-4147-A177-3AD203B41FA5}">
                      <a16:colId xmlns:a16="http://schemas.microsoft.com/office/drawing/2014/main" val="3361658462"/>
                    </a:ext>
                  </a:extLst>
                </a:gridCol>
              </a:tblGrid>
              <a:tr h="753395">
                <a:tc>
                  <a:txBody>
                    <a:bodyPr/>
                    <a:lstStyle/>
                    <a:p>
                      <a:pPr algn="ctr"/>
                      <a:r>
                        <a:rPr lang="en-US" sz="1100"/>
                        <a:t>Task</a:t>
                      </a:r>
                    </a:p>
                  </a:txBody>
                  <a:tcPr marL="72442" marR="72442" marT="36221" marB="3622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/>
                        <a:t>Operation Type</a:t>
                      </a:r>
                    </a:p>
                  </a:txBody>
                  <a:tcPr marL="72442" marR="72442" marT="36221" marB="36221"/>
                </a:tc>
                <a:tc>
                  <a:txBody>
                    <a:bodyPr/>
                    <a:lstStyle/>
                    <a:p>
                      <a:r>
                        <a:rPr lang="en-US" sz="1100"/>
                        <a:t>Execution Time </a:t>
                      </a:r>
                    </a:p>
                    <a:p>
                      <a:r>
                        <a:rPr lang="en-US" sz="1100"/>
                        <a:t>(10 Times Avg. in seconds)</a:t>
                      </a:r>
                    </a:p>
                  </a:txBody>
                  <a:tcPr marL="72442" marR="72442" marT="36221" marB="36221"/>
                </a:tc>
                <a:extLst>
                  <a:ext uri="{0D108BD9-81ED-4DB2-BD59-A6C34878D82A}">
                    <a16:rowId xmlns:a16="http://schemas.microsoft.com/office/drawing/2014/main" val="3539843873"/>
                  </a:ext>
                </a:extLst>
              </a:tr>
              <a:tr h="318744">
                <a:tc>
                  <a:txBody>
                    <a:bodyPr/>
                    <a:lstStyle/>
                    <a:p>
                      <a:pPr marL="0" marR="0" lvl="0" indent="0" algn="l" defTabSz="3429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/>
                        <a:t>Task 1: </a:t>
                      </a:r>
                      <a:r>
                        <a:rPr lang="en-US" sz="1100" b="1" i="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Increase customers’ age by 1</a:t>
                      </a:r>
                    </a:p>
                  </a:txBody>
                  <a:tcPr marL="72442" marR="72442" marT="36221" marB="36221"/>
                </a:tc>
                <a:tc>
                  <a:txBody>
                    <a:bodyPr/>
                    <a:lstStyle/>
                    <a:p>
                      <a:r>
                        <a:rPr lang="en-US" sz="1100"/>
                        <a:t>Bulk Update</a:t>
                      </a:r>
                    </a:p>
                  </a:txBody>
                  <a:tcPr marL="72442" marR="72442" marT="36221" marB="36221"/>
                </a:tc>
                <a:tc>
                  <a:txBody>
                    <a:bodyPr/>
                    <a:lstStyle/>
                    <a:p>
                      <a:r>
                        <a:rPr lang="en-US" sz="1100"/>
                        <a:t>1.129</a:t>
                      </a:r>
                    </a:p>
                  </a:txBody>
                  <a:tcPr marL="72442" marR="72442" marT="36221" marB="36221"/>
                </a:tc>
                <a:extLst>
                  <a:ext uri="{0D108BD9-81ED-4DB2-BD59-A6C34878D82A}">
                    <a16:rowId xmlns:a16="http://schemas.microsoft.com/office/drawing/2014/main" val="230145803"/>
                  </a:ext>
                </a:extLst>
              </a:tr>
              <a:tr h="481739">
                <a:tc>
                  <a:txBody>
                    <a:bodyPr/>
                    <a:lstStyle/>
                    <a:p>
                      <a:pPr marL="0" marR="0" lvl="0" indent="0" algn="l" defTabSz="3429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/>
                        <a:t>Task 2: </a:t>
                      </a:r>
                      <a:r>
                        <a:rPr lang="en-US" sz="1100" b="1" i="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Reduce a product’s stock after purchase</a:t>
                      </a:r>
                    </a:p>
                  </a:txBody>
                  <a:tcPr marL="72442" marR="72442" marT="36221" marB="36221"/>
                </a:tc>
                <a:tc>
                  <a:txBody>
                    <a:bodyPr/>
                    <a:lstStyle/>
                    <a:p>
                      <a:r>
                        <a:rPr lang="en-US" sz="1100"/>
                        <a:t>Single Update</a:t>
                      </a:r>
                    </a:p>
                  </a:txBody>
                  <a:tcPr marL="72442" marR="72442" marT="36221" marB="36221"/>
                </a:tc>
                <a:tc>
                  <a:txBody>
                    <a:bodyPr/>
                    <a:lstStyle/>
                    <a:p>
                      <a:r>
                        <a:rPr lang="en-US" sz="1100"/>
                        <a:t>0.00056</a:t>
                      </a:r>
                    </a:p>
                  </a:txBody>
                  <a:tcPr marL="72442" marR="72442" marT="36221" marB="36221"/>
                </a:tc>
                <a:extLst>
                  <a:ext uri="{0D108BD9-81ED-4DB2-BD59-A6C34878D82A}">
                    <a16:rowId xmlns:a16="http://schemas.microsoft.com/office/drawing/2014/main" val="3053061918"/>
                  </a:ext>
                </a:extLst>
              </a:tr>
              <a:tr h="318744">
                <a:tc>
                  <a:txBody>
                    <a:bodyPr/>
                    <a:lstStyle/>
                    <a:p>
                      <a:pPr marL="0" marR="0" lvl="0" indent="0" algn="l" defTabSz="3429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/>
                        <a:t>Task 3: </a:t>
                      </a:r>
                      <a:r>
                        <a:rPr lang="en-US" sz="1100" b="1" i="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List emails of premium customers</a:t>
                      </a:r>
                    </a:p>
                  </a:txBody>
                  <a:tcPr marL="72442" marR="72442" marT="36221" marB="36221"/>
                </a:tc>
                <a:tc>
                  <a:txBody>
                    <a:bodyPr/>
                    <a:lstStyle/>
                    <a:p>
                      <a:r>
                        <a:rPr lang="en-US" sz="1100"/>
                        <a:t>Simple Find</a:t>
                      </a:r>
                    </a:p>
                  </a:txBody>
                  <a:tcPr marL="72442" marR="72442" marT="36221" marB="36221"/>
                </a:tc>
                <a:tc>
                  <a:txBody>
                    <a:bodyPr/>
                    <a:lstStyle/>
                    <a:p>
                      <a:r>
                        <a:rPr lang="en-US" sz="1100"/>
                        <a:t>0.108</a:t>
                      </a:r>
                    </a:p>
                  </a:txBody>
                  <a:tcPr marL="72442" marR="72442" marT="36221" marB="36221"/>
                </a:tc>
                <a:extLst>
                  <a:ext uri="{0D108BD9-81ED-4DB2-BD59-A6C34878D82A}">
                    <a16:rowId xmlns:a16="http://schemas.microsoft.com/office/drawing/2014/main" val="318836770"/>
                  </a:ext>
                </a:extLst>
              </a:tr>
              <a:tr h="318744">
                <a:tc>
                  <a:txBody>
                    <a:bodyPr/>
                    <a:lstStyle/>
                    <a:p>
                      <a:pPr marL="0" marR="0" lvl="0" indent="0" algn="l" defTabSz="3429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/>
                        <a:t>Task 4: </a:t>
                      </a:r>
                      <a:r>
                        <a:rPr lang="en-US" sz="1100" b="1" i="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Refunded orders in the last 30 days</a:t>
                      </a:r>
                    </a:p>
                  </a:txBody>
                  <a:tcPr marL="72442" marR="72442" marT="36221" marB="36221"/>
                </a:tc>
                <a:tc>
                  <a:txBody>
                    <a:bodyPr/>
                    <a:lstStyle/>
                    <a:p>
                      <a:r>
                        <a:rPr lang="en-US" sz="1100"/>
                        <a:t>Conditional Find</a:t>
                      </a:r>
                    </a:p>
                  </a:txBody>
                  <a:tcPr marL="72442" marR="72442" marT="36221" marB="36221"/>
                </a:tc>
                <a:tc>
                  <a:txBody>
                    <a:bodyPr/>
                    <a:lstStyle/>
                    <a:p>
                      <a:r>
                        <a:rPr lang="en-US" sz="1100"/>
                        <a:t>0.080</a:t>
                      </a:r>
                    </a:p>
                  </a:txBody>
                  <a:tcPr marL="72442" marR="72442" marT="36221" marB="36221"/>
                </a:tc>
                <a:extLst>
                  <a:ext uri="{0D108BD9-81ED-4DB2-BD59-A6C34878D82A}">
                    <a16:rowId xmlns:a16="http://schemas.microsoft.com/office/drawing/2014/main" val="3766480362"/>
                  </a:ext>
                </a:extLst>
              </a:tr>
              <a:tr h="536070">
                <a:tc>
                  <a:txBody>
                    <a:bodyPr/>
                    <a:lstStyle/>
                    <a:p>
                      <a:r>
                        <a:rPr lang="en-US" sz="1100"/>
                        <a:t>Task 5: </a:t>
                      </a:r>
                      <a:r>
                        <a:rPr lang="en-US" sz="1100" b="1" i="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Count orders by payment status</a:t>
                      </a:r>
                    </a:p>
                  </a:txBody>
                  <a:tcPr marL="72442" marR="72442" marT="36221" marB="36221"/>
                </a:tc>
                <a:tc>
                  <a:txBody>
                    <a:bodyPr/>
                    <a:lstStyle/>
                    <a:p>
                      <a:r>
                        <a:rPr lang="en-US" sz="1100"/>
                        <a:t>Aggregation ($group)</a:t>
                      </a:r>
                    </a:p>
                  </a:txBody>
                  <a:tcPr marL="72442" marR="72442" marT="36221" marB="36221"/>
                </a:tc>
                <a:tc>
                  <a:txBody>
                    <a:bodyPr/>
                    <a:lstStyle/>
                    <a:p>
                      <a:r>
                        <a:rPr lang="en-US" sz="1100"/>
                        <a:t>0.073</a:t>
                      </a:r>
                    </a:p>
                  </a:txBody>
                  <a:tcPr marL="72442" marR="72442" marT="36221" marB="36221"/>
                </a:tc>
                <a:extLst>
                  <a:ext uri="{0D108BD9-81ED-4DB2-BD59-A6C34878D82A}">
                    <a16:rowId xmlns:a16="http://schemas.microsoft.com/office/drawing/2014/main" val="296858435"/>
                  </a:ext>
                </a:extLst>
              </a:tr>
              <a:tr h="536070">
                <a:tc>
                  <a:txBody>
                    <a:bodyPr/>
                    <a:lstStyle/>
                    <a:p>
                      <a:pPr marL="0" marR="0" lvl="0" indent="0" algn="l" defTabSz="3429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dirty="0"/>
                        <a:t>Task 6: </a:t>
                      </a:r>
                      <a:r>
                        <a:rPr lang="en-US" sz="1100" b="1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Promote high-activity customers to premium</a:t>
                      </a:r>
                    </a:p>
                  </a:txBody>
                  <a:tcPr marL="72442" marR="72442" marT="36221" marB="36221"/>
                </a:tc>
                <a:tc>
                  <a:txBody>
                    <a:bodyPr/>
                    <a:lstStyle/>
                    <a:p>
                      <a:r>
                        <a:rPr lang="en-US" sz="1100"/>
                        <a:t>Aggregation + Update</a:t>
                      </a:r>
                    </a:p>
                  </a:txBody>
                  <a:tcPr marL="72442" marR="72442" marT="36221" marB="36221"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1.738</a:t>
                      </a:r>
                    </a:p>
                  </a:txBody>
                  <a:tcPr marL="72442" marR="72442" marT="36221" marB="36221"/>
                </a:tc>
                <a:extLst>
                  <a:ext uri="{0D108BD9-81ED-4DB2-BD59-A6C34878D82A}">
                    <a16:rowId xmlns:a16="http://schemas.microsoft.com/office/drawing/2014/main" val="321362442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1766876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B07B60-49FE-9BFC-E7A2-E386E5FEA7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b="1" dirty="0"/>
              <a:t>Measure the Execution Time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5CC2CA9C-39C3-353F-35C8-850F278EC8B0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457200" y="1200150"/>
          <a:ext cx="8229600" cy="2885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29242">
                  <a:extLst>
                    <a:ext uri="{9D8B030D-6E8A-4147-A177-3AD203B41FA5}">
                      <a16:colId xmlns:a16="http://schemas.microsoft.com/office/drawing/2014/main" val="71103570"/>
                    </a:ext>
                  </a:extLst>
                </a:gridCol>
                <a:gridCol w="1989221">
                  <a:extLst>
                    <a:ext uri="{9D8B030D-6E8A-4147-A177-3AD203B41FA5}">
                      <a16:colId xmlns:a16="http://schemas.microsoft.com/office/drawing/2014/main" val="1187963737"/>
                    </a:ext>
                  </a:extLst>
                </a:gridCol>
                <a:gridCol w="2211137">
                  <a:extLst>
                    <a:ext uri="{9D8B030D-6E8A-4147-A177-3AD203B41FA5}">
                      <a16:colId xmlns:a16="http://schemas.microsoft.com/office/drawing/2014/main" val="324421352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Task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Operation Type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Execution Time</a:t>
                      </a:r>
                    </a:p>
                    <a:p>
                      <a:r>
                        <a:rPr lang="en-US" dirty="0"/>
                        <a:t>(10 times avg. in seconds)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2012975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Task 7: </a:t>
                      </a:r>
                      <a:r>
                        <a:rPr lang="en-US" sz="1350" b="1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Products costing more than $200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Simple Find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0.071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905584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Task 8: </a:t>
                      </a:r>
                      <a:r>
                        <a:rPr lang="en-US" sz="1350" b="1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Orders including a specific product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Aggregation + Array Filter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0.122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8212092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Task 9:</a:t>
                      </a:r>
                      <a:r>
                        <a:rPr lang="zh-CN" altLang="en-US" dirty="0"/>
                        <a:t> </a:t>
                      </a:r>
                      <a:r>
                        <a:rPr lang="en-US" sz="1350" b="1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Delete customers who never placed an order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Distinct + Delete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0.487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811175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Task 10: </a:t>
                      </a:r>
                      <a:r>
                        <a:rPr lang="en-US" sz="1350" b="1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Categories preferred by customers under 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Unwind + group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0.040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56081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Task 11: </a:t>
                      </a:r>
                      <a:r>
                        <a:rPr lang="en-US" sz="1350" b="1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Customers with emails from Yahoo or Gmail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Regex Find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0.148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8613014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2590836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709F1D5-B0F1-4714-A239-E5B61C1619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86" y="0"/>
            <a:ext cx="9141714" cy="51435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228FB460-D3FF-4440-A020-05982A09E5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55409" y="758283"/>
            <a:ext cx="3277394" cy="3277395"/>
          </a:xfrm>
          <a:prstGeom prst="roundRect">
            <a:avLst>
              <a:gd name="adj" fmla="val 2757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036C7B3-48EA-0C37-B836-FB05B31ED1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7619" y="834726"/>
            <a:ext cx="2952974" cy="3124508"/>
          </a:xfrm>
        </p:spPr>
        <p:txBody>
          <a:bodyPr>
            <a:normAutofit/>
          </a:bodyPr>
          <a:lstStyle/>
          <a:p>
            <a:r>
              <a:rPr lang="en-US" b="1" dirty="0">
                <a:solidFill>
                  <a:srgbClr val="FFFFFF"/>
                </a:solidFill>
              </a:rPr>
              <a:t>Execution Time Ranking</a:t>
            </a:r>
            <a:br>
              <a:rPr lang="en-US" b="1" dirty="0">
                <a:solidFill>
                  <a:srgbClr val="FFFFFF"/>
                </a:solidFill>
              </a:rPr>
            </a:br>
            <a:r>
              <a:rPr lang="en-US" b="1" dirty="0">
                <a:solidFill>
                  <a:srgbClr val="FFFFFF"/>
                </a:solidFill>
              </a:rPr>
              <a:t>(Slowest to Fastest)</a:t>
            </a:r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14847E93-7DC1-4D4B-8829-B19AA7137C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397896" y="0"/>
            <a:ext cx="866357" cy="443256"/>
          </a:xfrm>
          <a:custGeom>
            <a:avLst/>
            <a:gdLst>
              <a:gd name="connsiteX0" fmla="*/ 1355 w 1155142"/>
              <a:gd name="connsiteY0" fmla="*/ 0 h 591009"/>
              <a:gd name="connsiteX1" fmla="*/ 1153787 w 1155142"/>
              <a:gd name="connsiteY1" fmla="*/ 0 h 591009"/>
              <a:gd name="connsiteX2" fmla="*/ 1155142 w 1155142"/>
              <a:gd name="connsiteY2" fmla="*/ 13438 h 591009"/>
              <a:gd name="connsiteX3" fmla="*/ 577571 w 1155142"/>
              <a:gd name="connsiteY3" fmla="*/ 591009 h 591009"/>
              <a:gd name="connsiteX4" fmla="*/ 0 w 1155142"/>
              <a:gd name="connsiteY4" fmla="*/ 13438 h 5910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55142" h="591009">
                <a:moveTo>
                  <a:pt x="1355" y="0"/>
                </a:moveTo>
                <a:lnTo>
                  <a:pt x="1153787" y="0"/>
                </a:lnTo>
                <a:lnTo>
                  <a:pt x="1155142" y="13438"/>
                </a:lnTo>
                <a:cubicBezTo>
                  <a:pt x="1155142" y="332422"/>
                  <a:pt x="896555" y="591009"/>
                  <a:pt x="577571" y="591009"/>
                </a:cubicBezTo>
                <a:cubicBezTo>
                  <a:pt x="258587" y="591009"/>
                  <a:pt x="0" y="332422"/>
                  <a:pt x="0" y="13438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5566D6E1-03A1-4D73-A4E0-35D74D568A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971133" y="0"/>
            <a:ext cx="1303051" cy="719651"/>
          </a:xfrm>
          <a:custGeom>
            <a:avLst/>
            <a:gdLst>
              <a:gd name="connsiteX0" fmla="*/ 0 w 1737401"/>
              <a:gd name="connsiteY0" fmla="*/ 0 h 959536"/>
              <a:gd name="connsiteX1" fmla="*/ 123825 w 1737401"/>
              <a:gd name="connsiteY1" fmla="*/ 0 h 959536"/>
              <a:gd name="connsiteX2" fmla="*/ 123825 w 1737401"/>
              <a:gd name="connsiteY2" fmla="*/ 790277 h 959536"/>
              <a:gd name="connsiteX3" fmla="*/ 1490095 w 1737401"/>
              <a:gd name="connsiteY3" fmla="*/ 0 h 959536"/>
              <a:gd name="connsiteX4" fmla="*/ 1737401 w 1737401"/>
              <a:gd name="connsiteY4" fmla="*/ 0 h 959536"/>
              <a:gd name="connsiteX5" fmla="*/ 92869 w 1737401"/>
              <a:gd name="connsiteY5" fmla="*/ 951249 h 959536"/>
              <a:gd name="connsiteX6" fmla="*/ 61913 w 1737401"/>
              <a:gd name="connsiteY6" fmla="*/ 959536 h 959536"/>
              <a:gd name="connsiteX7" fmla="*/ 0 w 1737401"/>
              <a:gd name="connsiteY7" fmla="*/ 897624 h 9595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737401" h="959536">
                <a:moveTo>
                  <a:pt x="0" y="0"/>
                </a:moveTo>
                <a:lnTo>
                  <a:pt x="123825" y="0"/>
                </a:lnTo>
                <a:lnTo>
                  <a:pt x="123825" y="790277"/>
                </a:lnTo>
                <a:lnTo>
                  <a:pt x="1490095" y="0"/>
                </a:lnTo>
                <a:lnTo>
                  <a:pt x="1737401" y="0"/>
                </a:lnTo>
                <a:lnTo>
                  <a:pt x="92869" y="951249"/>
                </a:lnTo>
                <a:cubicBezTo>
                  <a:pt x="83458" y="956688"/>
                  <a:pt x="72780" y="959546"/>
                  <a:pt x="61913" y="959536"/>
                </a:cubicBezTo>
                <a:cubicBezTo>
                  <a:pt x="27719" y="959536"/>
                  <a:pt x="0" y="931818"/>
                  <a:pt x="0" y="897624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9F835A99-04AC-494A-A572-AFE8413CC9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2202623"/>
            <a:ext cx="119805" cy="414747"/>
          </a:xfrm>
          <a:custGeom>
            <a:avLst/>
            <a:gdLst>
              <a:gd name="connsiteX0" fmla="*/ 159741 w 159741"/>
              <a:gd name="connsiteY0" fmla="*/ 0 h 552996"/>
              <a:gd name="connsiteX1" fmla="*/ 159741 w 159741"/>
              <a:gd name="connsiteY1" fmla="*/ 552996 h 552996"/>
              <a:gd name="connsiteX2" fmla="*/ 141849 w 159741"/>
              <a:gd name="connsiteY2" fmla="*/ 543285 h 552996"/>
              <a:gd name="connsiteX3" fmla="*/ 0 w 159741"/>
              <a:gd name="connsiteY3" fmla="*/ 276498 h 552996"/>
              <a:gd name="connsiteX4" fmla="*/ 141849 w 159741"/>
              <a:gd name="connsiteY4" fmla="*/ 9711 h 5529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59741" h="552996">
                <a:moveTo>
                  <a:pt x="159741" y="0"/>
                </a:moveTo>
                <a:lnTo>
                  <a:pt x="159741" y="552996"/>
                </a:lnTo>
                <a:lnTo>
                  <a:pt x="141849" y="543285"/>
                </a:lnTo>
                <a:cubicBezTo>
                  <a:pt x="56268" y="485467"/>
                  <a:pt x="0" y="387554"/>
                  <a:pt x="0" y="276498"/>
                </a:cubicBezTo>
                <a:cubicBezTo>
                  <a:pt x="0" y="165443"/>
                  <a:pt x="56268" y="67529"/>
                  <a:pt x="141849" y="9711"/>
                </a:cubicBezTo>
                <a:close/>
              </a:path>
            </a:pathLst>
          </a:custGeom>
          <a:solidFill>
            <a:schemeClr val="accent4"/>
          </a:solidFill>
          <a:ln w="1270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8CD174-D8C1-5B45-CFCA-31C9E1E3D21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0" y="615660"/>
            <a:ext cx="3943349" cy="3667012"/>
          </a:xfrm>
        </p:spPr>
        <p:txBody>
          <a:bodyPr anchor="t">
            <a:normAutofit/>
          </a:bodyPr>
          <a:lstStyle/>
          <a:p>
            <a:r>
              <a:rPr lang="en-US" dirty="0"/>
              <a:t>Task 6 (Aggregation + Update)</a:t>
            </a:r>
          </a:p>
          <a:p>
            <a:r>
              <a:rPr lang="en-US" dirty="0"/>
              <a:t>Task 1 (Bulk update)</a:t>
            </a:r>
          </a:p>
          <a:p>
            <a:r>
              <a:rPr lang="en-US" dirty="0"/>
              <a:t>Task 9 (Delete + Distinct)</a:t>
            </a:r>
          </a:p>
          <a:p>
            <a:r>
              <a:rPr lang="en-US" dirty="0"/>
              <a:t>Task 11 (Regex)</a:t>
            </a:r>
          </a:p>
          <a:p>
            <a:r>
              <a:rPr lang="en-US" dirty="0"/>
              <a:t>Task 8 (Array filter)</a:t>
            </a:r>
          </a:p>
          <a:p>
            <a:r>
              <a:rPr lang="en-US" dirty="0"/>
              <a:t>Task 3 / 4 / 5 / 7 (medium)</a:t>
            </a:r>
          </a:p>
          <a:p>
            <a:r>
              <a:rPr lang="en-US" dirty="0"/>
              <a:t>Task 2 (fastest)</a:t>
            </a:r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7B786209-1B0B-4CA9-9BDD-F7327066A8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4376736"/>
            <a:ext cx="1161135" cy="766764"/>
          </a:xfrm>
          <a:custGeom>
            <a:avLst/>
            <a:gdLst>
              <a:gd name="connsiteX0" fmla="*/ 61913 w 1548180"/>
              <a:gd name="connsiteY0" fmla="*/ 0 h 1022351"/>
              <a:gd name="connsiteX1" fmla="*/ 1548180 w 1548180"/>
              <a:gd name="connsiteY1" fmla="*/ 0 h 1022351"/>
              <a:gd name="connsiteX2" fmla="*/ 1548180 w 1548180"/>
              <a:gd name="connsiteY2" fmla="*/ 123825 h 1022351"/>
              <a:gd name="connsiteX3" fmla="*/ 123825 w 1548180"/>
              <a:gd name="connsiteY3" fmla="*/ 123825 h 1022351"/>
              <a:gd name="connsiteX4" fmla="*/ 123825 w 1548180"/>
              <a:gd name="connsiteY4" fmla="*/ 1022351 h 1022351"/>
              <a:gd name="connsiteX5" fmla="*/ 0 w 1548180"/>
              <a:gd name="connsiteY5" fmla="*/ 1022351 h 1022351"/>
              <a:gd name="connsiteX6" fmla="*/ 0 w 1548180"/>
              <a:gd name="connsiteY6" fmla="*/ 61913 h 1022351"/>
              <a:gd name="connsiteX7" fmla="*/ 61913 w 1548180"/>
              <a:gd name="connsiteY7" fmla="*/ 0 h 10223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548180" h="1022351">
                <a:moveTo>
                  <a:pt x="61913" y="0"/>
                </a:moveTo>
                <a:lnTo>
                  <a:pt x="1548180" y="0"/>
                </a:lnTo>
                <a:lnTo>
                  <a:pt x="1548180" y="123825"/>
                </a:lnTo>
                <a:lnTo>
                  <a:pt x="123825" y="123825"/>
                </a:lnTo>
                <a:lnTo>
                  <a:pt x="123825" y="1022351"/>
                </a:lnTo>
                <a:lnTo>
                  <a:pt x="0" y="1022351"/>
                </a:lnTo>
                <a:lnTo>
                  <a:pt x="0" y="61913"/>
                </a:lnTo>
                <a:cubicBezTo>
                  <a:pt x="0" y="27719"/>
                  <a:pt x="27719" y="0"/>
                  <a:pt x="61913" y="0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2D2964BB-484D-45AE-AD66-D407D06296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563731" y="4288428"/>
            <a:ext cx="1328706" cy="855072"/>
          </a:xfrm>
          <a:custGeom>
            <a:avLst/>
            <a:gdLst>
              <a:gd name="connsiteX0" fmla="*/ 1561721 w 1771609"/>
              <a:gd name="connsiteY0" fmla="*/ 763041 h 1140095"/>
              <a:gd name="connsiteX1" fmla="*/ 1623024 w 1771609"/>
              <a:gd name="connsiteY1" fmla="*/ 792810 h 1140095"/>
              <a:gd name="connsiteX2" fmla="*/ 1711735 w 1771609"/>
              <a:gd name="connsiteY2" fmla="*/ 970132 h 1140095"/>
              <a:gd name="connsiteX3" fmla="*/ 1771609 w 1771609"/>
              <a:gd name="connsiteY3" fmla="*/ 1140095 h 1140095"/>
              <a:gd name="connsiteX4" fmla="*/ 1637225 w 1771609"/>
              <a:gd name="connsiteY4" fmla="*/ 1140095 h 1140095"/>
              <a:gd name="connsiteX5" fmla="*/ 1594820 w 1771609"/>
              <a:gd name="connsiteY5" fmla="*/ 1019711 h 1140095"/>
              <a:gd name="connsiteX6" fmla="*/ 1513200 w 1771609"/>
              <a:gd name="connsiteY6" fmla="*/ 856627 h 1140095"/>
              <a:gd name="connsiteX7" fmla="*/ 1538499 w 1771609"/>
              <a:gd name="connsiteY7" fmla="*/ 770415 h 1140095"/>
              <a:gd name="connsiteX8" fmla="*/ 1561721 w 1771609"/>
              <a:gd name="connsiteY8" fmla="*/ 763041 h 1140095"/>
              <a:gd name="connsiteX9" fmla="*/ 933455 w 1771609"/>
              <a:gd name="connsiteY9" fmla="*/ 161309 h 1140095"/>
              <a:gd name="connsiteX10" fmla="*/ 957797 w 1771609"/>
              <a:gd name="connsiteY10" fmla="*/ 167970 h 1140095"/>
              <a:gd name="connsiteX11" fmla="*/ 1286982 w 1771609"/>
              <a:gd name="connsiteY11" fmla="*/ 387616 h 1140095"/>
              <a:gd name="connsiteX12" fmla="*/ 1293725 w 1771609"/>
              <a:gd name="connsiteY12" fmla="*/ 477075 h 1140095"/>
              <a:gd name="connsiteX13" fmla="*/ 1245453 w 1771609"/>
              <a:gd name="connsiteY13" fmla="*/ 499154 h 1140095"/>
              <a:gd name="connsiteX14" fmla="*/ 1245167 w 1771609"/>
              <a:gd name="connsiteY14" fmla="*/ 499154 h 1140095"/>
              <a:gd name="connsiteX15" fmla="*/ 1203638 w 1771609"/>
              <a:gd name="connsiteY15" fmla="*/ 484104 h 1140095"/>
              <a:gd name="connsiteX16" fmla="*/ 900647 w 1771609"/>
              <a:gd name="connsiteY16" fmla="*/ 281508 h 1140095"/>
              <a:gd name="connsiteX17" fmla="*/ 872454 w 1771609"/>
              <a:gd name="connsiteY17" fmla="*/ 196164 h 1140095"/>
              <a:gd name="connsiteX18" fmla="*/ 933455 w 1771609"/>
              <a:gd name="connsiteY18" fmla="*/ 161309 h 1140095"/>
              <a:gd name="connsiteX19" fmla="*/ 256260 w 1771609"/>
              <a:gd name="connsiteY19" fmla="*/ 29 h 1140095"/>
              <a:gd name="connsiteX20" fmla="*/ 454020 w 1771609"/>
              <a:gd name="connsiteY20" fmla="*/ 13474 h 1140095"/>
              <a:gd name="connsiteX21" fmla="*/ 509236 w 1771609"/>
              <a:gd name="connsiteY21" fmla="*/ 84182 h 1140095"/>
              <a:gd name="connsiteX22" fmla="*/ 445829 w 1771609"/>
              <a:gd name="connsiteY22" fmla="*/ 139871 h 1140095"/>
              <a:gd name="connsiteX23" fmla="*/ 437447 w 1771609"/>
              <a:gd name="connsiteY23" fmla="*/ 139395 h 1140095"/>
              <a:gd name="connsiteX24" fmla="*/ 73211 w 1771609"/>
              <a:gd name="connsiteY24" fmla="*/ 137204 h 1140095"/>
              <a:gd name="connsiteX25" fmla="*/ 749 w 1771609"/>
              <a:gd name="connsiteY25" fmla="*/ 84082 h 1140095"/>
              <a:gd name="connsiteX26" fmla="*/ 53871 w 1771609"/>
              <a:gd name="connsiteY26" fmla="*/ 11621 h 1140095"/>
              <a:gd name="connsiteX27" fmla="*/ 58352 w 1771609"/>
              <a:gd name="connsiteY27" fmla="*/ 11093 h 1140095"/>
              <a:gd name="connsiteX28" fmla="*/ 256260 w 1771609"/>
              <a:gd name="connsiteY28" fmla="*/ 29 h 11400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</a:cxnLst>
            <a:rect l="l" t="t" r="r" b="b"/>
            <a:pathLst>
              <a:path w="1771609" h="1140095">
                <a:moveTo>
                  <a:pt x="1561721" y="763041"/>
                </a:moveTo>
                <a:cubicBezTo>
                  <a:pt x="1585506" y="760324"/>
                  <a:pt x="1609722" y="771249"/>
                  <a:pt x="1623024" y="792810"/>
                </a:cubicBezTo>
                <a:cubicBezTo>
                  <a:pt x="1656300" y="850065"/>
                  <a:pt x="1685920" y="909291"/>
                  <a:pt x="1711735" y="970132"/>
                </a:cubicBezTo>
                <a:lnTo>
                  <a:pt x="1771609" y="1140095"/>
                </a:lnTo>
                <a:lnTo>
                  <a:pt x="1637225" y="1140095"/>
                </a:lnTo>
                <a:lnTo>
                  <a:pt x="1594820" y="1019711"/>
                </a:lnTo>
                <a:cubicBezTo>
                  <a:pt x="1571072" y="963753"/>
                  <a:pt x="1543818" y="909282"/>
                  <a:pt x="1513200" y="856627"/>
                </a:cubicBezTo>
                <a:cubicBezTo>
                  <a:pt x="1496379" y="825834"/>
                  <a:pt x="1507704" y="787236"/>
                  <a:pt x="1538499" y="770415"/>
                </a:cubicBezTo>
                <a:cubicBezTo>
                  <a:pt x="1545912" y="766367"/>
                  <a:pt x="1553792" y="763946"/>
                  <a:pt x="1561721" y="763041"/>
                </a:cubicBezTo>
                <a:close/>
                <a:moveTo>
                  <a:pt x="933455" y="161309"/>
                </a:moveTo>
                <a:cubicBezTo>
                  <a:pt x="941693" y="161855"/>
                  <a:pt x="949959" y="164025"/>
                  <a:pt x="957797" y="167970"/>
                </a:cubicBezTo>
                <a:cubicBezTo>
                  <a:pt x="1076184" y="227289"/>
                  <a:pt x="1186759" y="301068"/>
                  <a:pt x="1286982" y="387616"/>
                </a:cubicBezTo>
                <a:cubicBezTo>
                  <a:pt x="1313547" y="410457"/>
                  <a:pt x="1316566" y="450510"/>
                  <a:pt x="1293725" y="477075"/>
                </a:cubicBezTo>
                <a:cubicBezTo>
                  <a:pt x="1281638" y="491137"/>
                  <a:pt x="1263998" y="499204"/>
                  <a:pt x="1245453" y="499154"/>
                </a:cubicBezTo>
                <a:lnTo>
                  <a:pt x="1245167" y="499154"/>
                </a:lnTo>
                <a:cubicBezTo>
                  <a:pt x="1229965" y="499301"/>
                  <a:pt x="1215220" y="493956"/>
                  <a:pt x="1203638" y="484104"/>
                </a:cubicBezTo>
                <a:cubicBezTo>
                  <a:pt x="1111407" y="404300"/>
                  <a:pt x="1009633" y="336248"/>
                  <a:pt x="900647" y="281508"/>
                </a:cubicBezTo>
                <a:cubicBezTo>
                  <a:pt x="869295" y="265726"/>
                  <a:pt x="856672" y="227516"/>
                  <a:pt x="872454" y="196164"/>
                </a:cubicBezTo>
                <a:cubicBezTo>
                  <a:pt x="884290" y="172650"/>
                  <a:pt x="908742" y="159670"/>
                  <a:pt x="933455" y="161309"/>
                </a:cubicBezTo>
                <a:close/>
                <a:moveTo>
                  <a:pt x="256260" y="29"/>
                </a:moveTo>
                <a:cubicBezTo>
                  <a:pt x="322331" y="427"/>
                  <a:pt x="388378" y="4909"/>
                  <a:pt x="454020" y="13474"/>
                </a:cubicBezTo>
                <a:cubicBezTo>
                  <a:pt x="488793" y="17752"/>
                  <a:pt x="513514" y="49409"/>
                  <a:pt x="509236" y="84182"/>
                </a:cubicBezTo>
                <a:cubicBezTo>
                  <a:pt x="505303" y="116151"/>
                  <a:pt x="478038" y="140098"/>
                  <a:pt x="445829" y="139871"/>
                </a:cubicBezTo>
                <a:cubicBezTo>
                  <a:pt x="443027" y="139899"/>
                  <a:pt x="440227" y="139740"/>
                  <a:pt x="437447" y="139395"/>
                </a:cubicBezTo>
                <a:cubicBezTo>
                  <a:pt x="316592" y="123615"/>
                  <a:pt x="194247" y="122878"/>
                  <a:pt x="73211" y="137204"/>
                </a:cubicBezTo>
                <a:cubicBezTo>
                  <a:pt x="38532" y="142545"/>
                  <a:pt x="6090" y="118762"/>
                  <a:pt x="749" y="84082"/>
                </a:cubicBezTo>
                <a:cubicBezTo>
                  <a:pt x="-4591" y="49403"/>
                  <a:pt x="19192" y="16961"/>
                  <a:pt x="53871" y="11621"/>
                </a:cubicBezTo>
                <a:cubicBezTo>
                  <a:pt x="55358" y="11392"/>
                  <a:pt x="56852" y="11216"/>
                  <a:pt x="58352" y="11093"/>
                </a:cubicBezTo>
                <a:cubicBezTo>
                  <a:pt x="124093" y="3319"/>
                  <a:pt x="190189" y="-369"/>
                  <a:pt x="256260" y="29"/>
                </a:cubicBezTo>
                <a:close/>
              </a:path>
            </a:pathLst>
          </a:custGeom>
          <a:solidFill>
            <a:schemeClr val="accent4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2" name="Freeform: Shape 21">
            <a:extLst>
              <a:ext uri="{FF2B5EF4-FFF2-40B4-BE49-F238E27FC236}">
                <a16:creationId xmlns:a16="http://schemas.microsoft.com/office/drawing/2014/main" id="{6691AC69-A76E-4DAB-B565-468B6B87ACF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3099729" y="4694066"/>
            <a:ext cx="1174455" cy="449434"/>
          </a:xfrm>
          <a:custGeom>
            <a:avLst/>
            <a:gdLst>
              <a:gd name="connsiteX0" fmla="*/ 782970 w 1565940"/>
              <a:gd name="connsiteY0" fmla="*/ 0 h 599245"/>
              <a:gd name="connsiteX1" fmla="*/ 1528042 w 1565940"/>
              <a:gd name="connsiteY1" fmla="*/ 480469 h 599245"/>
              <a:gd name="connsiteX2" fmla="*/ 1565940 w 1565940"/>
              <a:gd name="connsiteY2" fmla="*/ 599245 h 599245"/>
              <a:gd name="connsiteX3" fmla="*/ 0 w 1565940"/>
              <a:gd name="connsiteY3" fmla="*/ 599245 h 599245"/>
              <a:gd name="connsiteX4" fmla="*/ 37898 w 1565940"/>
              <a:gd name="connsiteY4" fmla="*/ 480469 h 599245"/>
              <a:gd name="connsiteX5" fmla="*/ 782970 w 1565940"/>
              <a:gd name="connsiteY5" fmla="*/ 0 h 5992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565940" h="599245">
                <a:moveTo>
                  <a:pt x="782970" y="0"/>
                </a:moveTo>
                <a:cubicBezTo>
                  <a:pt x="1117910" y="0"/>
                  <a:pt x="1405287" y="198118"/>
                  <a:pt x="1528042" y="480469"/>
                </a:cubicBezTo>
                <a:lnTo>
                  <a:pt x="1565940" y="599245"/>
                </a:lnTo>
                <a:lnTo>
                  <a:pt x="0" y="599245"/>
                </a:lnTo>
                <a:lnTo>
                  <a:pt x="37898" y="480469"/>
                </a:lnTo>
                <a:cubicBezTo>
                  <a:pt x="160653" y="198118"/>
                  <a:pt x="448030" y="0"/>
                  <a:pt x="782970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6409221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1F3D93-0711-D1DC-2AC3-4AFAC6B23B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b="1" dirty="0"/>
              <a:t>MongoDB Performance Summary</a:t>
            </a:r>
          </a:p>
        </p:txBody>
      </p:sp>
      <p:graphicFrame>
        <p:nvGraphicFramePr>
          <p:cNvPr id="12" name="Content Placeholder 2">
            <a:extLst>
              <a:ext uri="{FF2B5EF4-FFF2-40B4-BE49-F238E27FC236}">
                <a16:creationId xmlns:a16="http://schemas.microsoft.com/office/drawing/2014/main" id="{41B2F627-E39B-E110-12A1-6A77D01E15D1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628650" y="1369219"/>
          <a:ext cx="7886700" cy="326350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54133747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4E1BEB12-92AF-4445-98AD-4C7756E7C9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86" y="0"/>
            <a:ext cx="9141714" cy="51435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D0522C2C-7B5C-48A7-A969-03941E5D2E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9" name="Freeform 13">
            <a:extLst>
              <a:ext uri="{FF2B5EF4-FFF2-40B4-BE49-F238E27FC236}">
                <a16:creationId xmlns:a16="http://schemas.microsoft.com/office/drawing/2014/main" id="{9C682A1A-5B2D-4111-BBD6-620165633E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077107" y="165147"/>
            <a:ext cx="7066893" cy="4978354"/>
          </a:xfrm>
          <a:custGeom>
            <a:avLst/>
            <a:gdLst>
              <a:gd name="connsiteX0" fmla="*/ 4929467 w 8191500"/>
              <a:gd name="connsiteY0" fmla="*/ 0 h 5770597"/>
              <a:gd name="connsiteX1" fmla="*/ 8065066 w 8191500"/>
              <a:gd name="connsiteY1" fmla="*/ 1118513 h 5770597"/>
              <a:gd name="connsiteX2" fmla="*/ 8191500 w 8191500"/>
              <a:gd name="connsiteY2" fmla="*/ 1227339 h 5770597"/>
              <a:gd name="connsiteX3" fmla="*/ 8191500 w 8191500"/>
              <a:gd name="connsiteY3" fmla="*/ 5770597 h 5770597"/>
              <a:gd name="connsiteX4" fmla="*/ 79523 w 8191500"/>
              <a:gd name="connsiteY4" fmla="*/ 5770597 h 5770597"/>
              <a:gd name="connsiteX5" fmla="*/ 56799 w 8191500"/>
              <a:gd name="connsiteY5" fmla="*/ 5644158 h 5770597"/>
              <a:gd name="connsiteX6" fmla="*/ 0 w 8191500"/>
              <a:gd name="connsiteY6" fmla="*/ 4898209 h 5770597"/>
              <a:gd name="connsiteX7" fmla="*/ 4929467 w 8191500"/>
              <a:gd name="connsiteY7" fmla="*/ 0 h 57705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8191500" h="5770597">
                <a:moveTo>
                  <a:pt x="4929467" y="0"/>
                </a:moveTo>
                <a:cubicBezTo>
                  <a:pt x="6120547" y="0"/>
                  <a:pt x="7212963" y="419755"/>
                  <a:pt x="8065066" y="1118513"/>
                </a:cubicBezTo>
                <a:lnTo>
                  <a:pt x="8191500" y="1227339"/>
                </a:lnTo>
                <a:lnTo>
                  <a:pt x="8191500" y="5770597"/>
                </a:lnTo>
                <a:lnTo>
                  <a:pt x="79523" y="5770597"/>
                </a:lnTo>
                <a:lnTo>
                  <a:pt x="56799" y="5644158"/>
                </a:lnTo>
                <a:cubicBezTo>
                  <a:pt x="19398" y="5400934"/>
                  <a:pt x="0" y="5151822"/>
                  <a:pt x="0" y="4898209"/>
                </a:cubicBezTo>
                <a:cubicBezTo>
                  <a:pt x="0" y="2193003"/>
                  <a:pt x="2206998" y="0"/>
                  <a:pt x="4929467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D6EE29F2-D77F-4BD0-A20B-334D316A1C9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657350" y="1574772"/>
            <a:ext cx="1456680" cy="1417163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3" name="Arc 22">
            <a:extLst>
              <a:ext uri="{FF2B5EF4-FFF2-40B4-BE49-F238E27FC236}">
                <a16:creationId xmlns:a16="http://schemas.microsoft.com/office/drawing/2014/main" id="{22D09ED2-868F-42C6-866E-F92E0CEF314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520172">
            <a:off x="1209872" y="1119429"/>
            <a:ext cx="2240924" cy="2240924"/>
          </a:xfrm>
          <a:prstGeom prst="arc">
            <a:avLst>
              <a:gd name="adj1" fmla="val 14455503"/>
              <a:gd name="adj2" fmla="val 227775"/>
            </a:avLst>
          </a:prstGeom>
          <a:ln w="127000" cap="rnd">
            <a:solidFill>
              <a:schemeClr val="accent4"/>
            </a:solidFill>
            <a:prstDash val="dash"/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7C3787B-33E2-4D7D-09F5-841DE3C8C8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28950" y="1454369"/>
            <a:ext cx="5733470" cy="2063314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r" defTabSz="914400"/>
            <a:r>
              <a:rPr lang="en-US" sz="60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Thank You!</a:t>
            </a:r>
            <a:br>
              <a:rPr lang="en-US" sz="60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</a:br>
            <a:r>
              <a:rPr lang="en-US" sz="20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Questions?</a:t>
            </a:r>
            <a:endParaRPr lang="en-US" sz="6000" kern="1200" dirty="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288112501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18</TotalTime>
  <Words>1990</Words>
  <Application>Microsoft Office PowerPoint</Application>
  <PresentationFormat>On-screen Show (16:9)</PresentationFormat>
  <Paragraphs>174</Paragraphs>
  <Slides>22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8" baseType="lpstr">
      <vt:lpstr>Courier</vt:lpstr>
      <vt:lpstr>Aptos</vt:lpstr>
      <vt:lpstr>Aptos Display</vt:lpstr>
      <vt:lpstr>Arial</vt:lpstr>
      <vt:lpstr>Calibri</vt:lpstr>
      <vt:lpstr>Office Theme</vt:lpstr>
      <vt:lpstr>ShopDB</vt:lpstr>
      <vt:lpstr>Table of contents</vt:lpstr>
      <vt:lpstr>Project Overview</vt:lpstr>
      <vt:lpstr>Database Structure</vt:lpstr>
      <vt:lpstr>Prep Tasks</vt:lpstr>
      <vt:lpstr>Task 1: Increase All Customers’ Age by 1</vt:lpstr>
      <vt:lpstr>Task 2: Reduce a Product’s Stock After Purchase</vt:lpstr>
      <vt:lpstr>Task 3: Premium Customer Emails</vt:lpstr>
      <vt:lpstr>Task 4: Refunded Orders in Last 30 Days</vt:lpstr>
      <vt:lpstr>Task 5: Count Orders by Payment Status</vt:lpstr>
      <vt:lpstr>Task 6: Promote high-activity customers to premium</vt:lpstr>
      <vt:lpstr>Task 6: Promote high-activity customers to premium</vt:lpstr>
      <vt:lpstr>Task 7: Products costing more than $200</vt:lpstr>
      <vt:lpstr>Task 8: Orders including a specific product</vt:lpstr>
      <vt:lpstr>Task 9: Delete customers never placed an order</vt:lpstr>
      <vt:lpstr>Task 10: Categories preferred by customers under 25</vt:lpstr>
      <vt:lpstr>Task 11: Customers with emails from Yahoo/Gmail</vt:lpstr>
      <vt:lpstr>Measure the Execution Time</vt:lpstr>
      <vt:lpstr>Measure the Execution Time</vt:lpstr>
      <vt:lpstr>Execution Time Ranking (Slowest to Fastest)</vt:lpstr>
      <vt:lpstr>MongoDB Performance Summary</vt:lpstr>
      <vt:lpstr>Thank You! Questions?</vt:lpstr>
    </vt:vector>
  </TitlesOfParts>
  <LinksUpToDate>false</LinksUpToDate>
  <SharedDoc>false</SharedDoc>
  <HyperlinksChanged>false</HyperlinksChanged>
  <AppVersion>16.0000</AppVersion>
</Properties>
</file>

<file path=docProps/app0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ShopDB</dc:title>
  <dc:creator>Data Warehouse Team</dc:creator>
  <cp:keywords/>
  <cp:lastModifiedBy>Du, Sophia</cp:lastModifiedBy>
  <cp:revision>2</cp:revision>
  <dcterms:created xsi:type="dcterms:W3CDTF">2026-04-28T20:32:26Z</dcterms:created>
  <dcterms:modified xsi:type="dcterms:W3CDTF">2026-04-28T21:30:14Z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uthors">
    <vt:lpwstr/>
  </property>
  <property fmtid="{D5CDD505-2E9C-101B-9397-08002B2CF9AE}" pid="3" name="biblio-config">
    <vt:lpwstr>True</vt:lpwstr>
  </property>
  <property fmtid="{D5CDD505-2E9C-101B-9397-08002B2CF9AE}" pid="4" name="by-author">
    <vt:lpwstr/>
  </property>
  <property fmtid="{D5CDD505-2E9C-101B-9397-08002B2CF9AE}" pid="5" name="date">
    <vt:lpwstr>2026-04-24</vt:lpwstr>
  </property>
  <property fmtid="{D5CDD505-2E9C-101B-9397-08002B2CF9AE}" pid="6" name="header-includes">
    <vt:lpwstr/>
  </property>
  <property fmtid="{D5CDD505-2E9C-101B-9397-08002B2CF9AE}" pid="7" name="include-after">
    <vt:lpwstr/>
  </property>
  <property fmtid="{D5CDD505-2E9C-101B-9397-08002B2CF9AE}" pid="8" name="include-before">
    <vt:lpwstr/>
  </property>
  <property fmtid="{D5CDD505-2E9C-101B-9397-08002B2CF9AE}" pid="9" name="labels">
    <vt:lpwstr/>
  </property>
  <property fmtid="{D5CDD505-2E9C-101B-9397-08002B2CF9AE}" pid="10" name="slide-number-format">
    <vt:lpwstr>| %d |</vt:lpwstr>
  </property>
  <property fmtid="{D5CDD505-2E9C-101B-9397-08002B2CF9AE}" pid="11" name="subtitle">
    <vt:lpwstr>MongoDB ShopDB</vt:lpwstr>
  </property>
  <property fmtid="{D5CDD505-2E9C-101B-9397-08002B2CF9AE}" pid="12" name="toc-title">
    <vt:lpwstr>Table of contents</vt:lpwstr>
  </property>
</Properties>
</file>